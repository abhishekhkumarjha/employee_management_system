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6" r:id="rId2"/>
    <p:sldMasterId id="2147483658" r:id="rId3"/>
    <p:sldMasterId id="2147483670" r:id="rId4"/>
  </p:sldMasterIdLst>
  <p:sldIdLst>
    <p:sldId id="256" r:id="rId5"/>
    <p:sldId id="27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9FBC09-4330-4141-A46E-E494F38AB5E2}" v="20" dt="2025-04-28T18:50:47.9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ishekh Kumar Jha" userId="32cbaea47809f3d6" providerId="LiveId" clId="{609FBC09-4330-4141-A46E-E494F38AB5E2}"/>
    <pc:docChg chg="undo custSel addSld delSld modSld delMainMaster">
      <pc:chgData name="Abhishekh Kumar Jha" userId="32cbaea47809f3d6" providerId="LiveId" clId="{609FBC09-4330-4141-A46E-E494F38AB5E2}" dt="2025-04-28T19:30:31.586" v="248" actId="20577"/>
      <pc:docMkLst>
        <pc:docMk/>
      </pc:docMkLst>
      <pc:sldChg chg="addSp delSp modSp mod">
        <pc:chgData name="Abhishekh Kumar Jha" userId="32cbaea47809f3d6" providerId="LiveId" clId="{609FBC09-4330-4141-A46E-E494F38AB5E2}" dt="2025-04-28T18:42:50.339" v="1" actId="478"/>
        <pc:sldMkLst>
          <pc:docMk/>
          <pc:sldMk cId="0" sldId="256"/>
        </pc:sldMkLst>
        <pc:spChg chg="add del mod">
          <ac:chgData name="Abhishekh Kumar Jha" userId="32cbaea47809f3d6" providerId="LiveId" clId="{609FBC09-4330-4141-A46E-E494F38AB5E2}" dt="2025-04-28T18:42:50.339" v="1" actId="478"/>
          <ac:spMkLst>
            <pc:docMk/>
            <pc:sldMk cId="0" sldId="256"/>
            <ac:spMk id="3" creationId="{C6665A6E-AE80-E8B2-F8BB-A38F3090CF64}"/>
          </ac:spMkLst>
        </pc:spChg>
        <pc:spChg chg="del">
          <ac:chgData name="Abhishekh Kumar Jha" userId="32cbaea47809f3d6" providerId="LiveId" clId="{609FBC09-4330-4141-A46E-E494F38AB5E2}" dt="2025-04-28T18:42:45.977" v="0" actId="478"/>
          <ac:spMkLst>
            <pc:docMk/>
            <pc:sldMk cId="0" sldId="256"/>
            <ac:spMk id="61" creationId="{00000000-0000-0000-0000-000000000000}"/>
          </ac:spMkLst>
        </pc:spChg>
      </pc:sldChg>
      <pc:sldChg chg="modSp mod setBg">
        <pc:chgData name="Abhishekh Kumar Jha" userId="32cbaea47809f3d6" providerId="LiveId" clId="{609FBC09-4330-4141-A46E-E494F38AB5E2}" dt="2025-04-28T18:48:09.029" v="225"/>
        <pc:sldMkLst>
          <pc:docMk/>
          <pc:sldMk cId="0" sldId="257"/>
        </pc:sldMkLst>
        <pc:spChg chg="mod">
          <ac:chgData name="Abhishekh Kumar Jha" userId="32cbaea47809f3d6" providerId="LiveId" clId="{609FBC09-4330-4141-A46E-E494F38AB5E2}" dt="2025-04-28T18:45:20.149" v="9" actId="27636"/>
          <ac:spMkLst>
            <pc:docMk/>
            <pc:sldMk cId="0" sldId="257"/>
            <ac:spMk id="62" creationId="{00000000-0000-0000-0000-000000000000}"/>
          </ac:spMkLst>
        </pc:spChg>
      </pc:sldChg>
      <pc:sldChg chg="delSp mod setBg">
        <pc:chgData name="Abhishekh Kumar Jha" userId="32cbaea47809f3d6" providerId="LiveId" clId="{609FBC09-4330-4141-A46E-E494F38AB5E2}" dt="2025-04-28T18:48:21.427" v="227" actId="478"/>
        <pc:sldMkLst>
          <pc:docMk/>
          <pc:sldMk cId="0" sldId="258"/>
        </pc:sldMkLst>
        <pc:spChg chg="del">
          <ac:chgData name="Abhishekh Kumar Jha" userId="32cbaea47809f3d6" providerId="LiveId" clId="{609FBC09-4330-4141-A46E-E494F38AB5E2}" dt="2025-04-28T18:48:21.427" v="227" actId="478"/>
          <ac:spMkLst>
            <pc:docMk/>
            <pc:sldMk cId="0" sldId="258"/>
            <ac:spMk id="65" creationId="{00000000-0000-0000-0000-000000000000}"/>
          </ac:spMkLst>
        </pc:spChg>
      </pc:sldChg>
      <pc:sldChg chg="modSp mod setBg">
        <pc:chgData name="Abhishekh Kumar Jha" userId="32cbaea47809f3d6" providerId="LiveId" clId="{609FBC09-4330-4141-A46E-E494F38AB5E2}" dt="2025-04-28T18:48:28.248" v="228"/>
        <pc:sldMkLst>
          <pc:docMk/>
          <pc:sldMk cId="0" sldId="259"/>
        </pc:sldMkLst>
        <pc:spChg chg="mod">
          <ac:chgData name="Abhishekh Kumar Jha" userId="32cbaea47809f3d6" providerId="LiveId" clId="{609FBC09-4330-4141-A46E-E494F38AB5E2}" dt="2025-04-28T18:45:20.160" v="10" actId="27636"/>
          <ac:spMkLst>
            <pc:docMk/>
            <pc:sldMk cId="0" sldId="259"/>
            <ac:spMk id="69" creationId="{00000000-0000-0000-0000-000000000000}"/>
          </ac:spMkLst>
        </pc:spChg>
      </pc:sldChg>
      <pc:sldChg chg="modSp mod setBg">
        <pc:chgData name="Abhishekh Kumar Jha" userId="32cbaea47809f3d6" providerId="LiveId" clId="{609FBC09-4330-4141-A46E-E494F38AB5E2}" dt="2025-04-28T18:48:34.930" v="229"/>
        <pc:sldMkLst>
          <pc:docMk/>
          <pc:sldMk cId="0" sldId="260"/>
        </pc:sldMkLst>
        <pc:spChg chg="mod">
          <ac:chgData name="Abhishekh Kumar Jha" userId="32cbaea47809f3d6" providerId="LiveId" clId="{609FBC09-4330-4141-A46E-E494F38AB5E2}" dt="2025-04-28T18:45:20.167" v="11" actId="27636"/>
          <ac:spMkLst>
            <pc:docMk/>
            <pc:sldMk cId="0" sldId="260"/>
            <ac:spMk id="71" creationId="{00000000-0000-0000-0000-000000000000}"/>
          </ac:spMkLst>
        </pc:spChg>
      </pc:sldChg>
      <pc:sldChg chg="setBg">
        <pc:chgData name="Abhishekh Kumar Jha" userId="32cbaea47809f3d6" providerId="LiveId" clId="{609FBC09-4330-4141-A46E-E494F38AB5E2}" dt="2025-04-28T18:48:40.405" v="230"/>
        <pc:sldMkLst>
          <pc:docMk/>
          <pc:sldMk cId="0" sldId="261"/>
        </pc:sldMkLst>
      </pc:sldChg>
      <pc:sldChg chg="delSp mod setBg">
        <pc:chgData name="Abhishekh Kumar Jha" userId="32cbaea47809f3d6" providerId="LiveId" clId="{609FBC09-4330-4141-A46E-E494F38AB5E2}" dt="2025-04-28T18:48:49.977" v="232"/>
        <pc:sldMkLst>
          <pc:docMk/>
          <pc:sldMk cId="0" sldId="262"/>
        </pc:sldMkLst>
        <pc:spChg chg="del">
          <ac:chgData name="Abhishekh Kumar Jha" userId="32cbaea47809f3d6" providerId="LiveId" clId="{609FBC09-4330-4141-A46E-E494F38AB5E2}" dt="2025-04-28T18:48:46.308" v="231" actId="478"/>
          <ac:spMkLst>
            <pc:docMk/>
            <pc:sldMk cId="0" sldId="262"/>
            <ac:spMk id="77" creationId="{00000000-0000-0000-0000-000000000000}"/>
          </ac:spMkLst>
        </pc:spChg>
      </pc:sldChg>
      <pc:sldChg chg="setBg">
        <pc:chgData name="Abhishekh Kumar Jha" userId="32cbaea47809f3d6" providerId="LiveId" clId="{609FBC09-4330-4141-A46E-E494F38AB5E2}" dt="2025-04-28T18:48:55.154" v="233"/>
        <pc:sldMkLst>
          <pc:docMk/>
          <pc:sldMk cId="0" sldId="263"/>
        </pc:sldMkLst>
      </pc:sldChg>
      <pc:sldChg chg="modSp mod setBg">
        <pc:chgData name="Abhishekh Kumar Jha" userId="32cbaea47809f3d6" providerId="LiveId" clId="{609FBC09-4330-4141-A46E-E494F38AB5E2}" dt="2025-04-28T18:49:01.644" v="234"/>
        <pc:sldMkLst>
          <pc:docMk/>
          <pc:sldMk cId="0" sldId="264"/>
        </pc:sldMkLst>
        <pc:spChg chg="mod">
          <ac:chgData name="Abhishekh Kumar Jha" userId="32cbaea47809f3d6" providerId="LiveId" clId="{609FBC09-4330-4141-A46E-E494F38AB5E2}" dt="2025-04-28T18:45:20.178" v="12" actId="27636"/>
          <ac:spMkLst>
            <pc:docMk/>
            <pc:sldMk cId="0" sldId="264"/>
            <ac:spMk id="84" creationId="{00000000-0000-0000-0000-000000000000}"/>
          </ac:spMkLst>
        </pc:spChg>
      </pc:sldChg>
      <pc:sldChg chg="modSp mod setBg">
        <pc:chgData name="Abhishekh Kumar Jha" userId="32cbaea47809f3d6" providerId="LiveId" clId="{609FBC09-4330-4141-A46E-E494F38AB5E2}" dt="2025-04-28T18:49:06.446" v="235"/>
        <pc:sldMkLst>
          <pc:docMk/>
          <pc:sldMk cId="0" sldId="265"/>
        </pc:sldMkLst>
        <pc:spChg chg="mod">
          <ac:chgData name="Abhishekh Kumar Jha" userId="32cbaea47809f3d6" providerId="LiveId" clId="{609FBC09-4330-4141-A46E-E494F38AB5E2}" dt="2025-04-28T18:45:20.184" v="13" actId="27636"/>
          <ac:spMkLst>
            <pc:docMk/>
            <pc:sldMk cId="0" sldId="265"/>
            <ac:spMk id="86" creationId="{00000000-0000-0000-0000-000000000000}"/>
          </ac:spMkLst>
        </pc:spChg>
      </pc:sldChg>
      <pc:sldChg chg="delSp modSp mod setBg">
        <pc:chgData name="Abhishekh Kumar Jha" userId="32cbaea47809f3d6" providerId="LiveId" clId="{609FBC09-4330-4141-A46E-E494F38AB5E2}" dt="2025-04-28T18:49:16.256" v="237"/>
        <pc:sldMkLst>
          <pc:docMk/>
          <pc:sldMk cId="0" sldId="266"/>
        </pc:sldMkLst>
        <pc:spChg chg="del">
          <ac:chgData name="Abhishekh Kumar Jha" userId="32cbaea47809f3d6" providerId="LiveId" clId="{609FBC09-4330-4141-A46E-E494F38AB5E2}" dt="2025-04-28T18:49:11.803" v="236" actId="478"/>
          <ac:spMkLst>
            <pc:docMk/>
            <pc:sldMk cId="0" sldId="266"/>
            <ac:spMk id="89" creationId="{00000000-0000-0000-0000-000000000000}"/>
          </ac:spMkLst>
        </pc:spChg>
        <pc:spChg chg="mod">
          <ac:chgData name="Abhishekh Kumar Jha" userId="32cbaea47809f3d6" providerId="LiveId" clId="{609FBC09-4330-4141-A46E-E494F38AB5E2}" dt="2025-04-28T18:45:20.192" v="14" actId="27636"/>
          <ac:spMkLst>
            <pc:docMk/>
            <pc:sldMk cId="0" sldId="266"/>
            <ac:spMk id="91" creationId="{00000000-0000-0000-0000-000000000000}"/>
          </ac:spMkLst>
        </pc:spChg>
      </pc:sldChg>
      <pc:sldChg chg="setBg">
        <pc:chgData name="Abhishekh Kumar Jha" userId="32cbaea47809f3d6" providerId="LiveId" clId="{609FBC09-4330-4141-A46E-E494F38AB5E2}" dt="2025-04-28T18:49:22.491" v="238"/>
        <pc:sldMkLst>
          <pc:docMk/>
          <pc:sldMk cId="0" sldId="267"/>
        </pc:sldMkLst>
      </pc:sldChg>
      <pc:sldChg chg="modSp mod setBg">
        <pc:chgData name="Abhishekh Kumar Jha" userId="32cbaea47809f3d6" providerId="LiveId" clId="{609FBC09-4330-4141-A46E-E494F38AB5E2}" dt="2025-04-28T18:49:31.681" v="239"/>
        <pc:sldMkLst>
          <pc:docMk/>
          <pc:sldMk cId="0" sldId="268"/>
        </pc:sldMkLst>
        <pc:spChg chg="mod">
          <ac:chgData name="Abhishekh Kumar Jha" userId="32cbaea47809f3d6" providerId="LiveId" clId="{609FBC09-4330-4141-A46E-E494F38AB5E2}" dt="2025-04-28T18:45:20.199" v="15" actId="27636"/>
          <ac:spMkLst>
            <pc:docMk/>
            <pc:sldMk cId="0" sldId="268"/>
            <ac:spMk id="96" creationId="{00000000-0000-0000-0000-000000000000}"/>
          </ac:spMkLst>
        </pc:spChg>
      </pc:sldChg>
      <pc:sldChg chg="modSp mod setBg">
        <pc:chgData name="Abhishekh Kumar Jha" userId="32cbaea47809f3d6" providerId="LiveId" clId="{609FBC09-4330-4141-A46E-E494F38AB5E2}" dt="2025-04-28T18:50:17.751" v="240"/>
        <pc:sldMkLst>
          <pc:docMk/>
          <pc:sldMk cId="0" sldId="269"/>
        </pc:sldMkLst>
        <pc:spChg chg="mod">
          <ac:chgData name="Abhishekh Kumar Jha" userId="32cbaea47809f3d6" providerId="LiveId" clId="{609FBC09-4330-4141-A46E-E494F38AB5E2}" dt="2025-04-28T18:45:20.205" v="16" actId="27636"/>
          <ac:spMkLst>
            <pc:docMk/>
            <pc:sldMk cId="0" sldId="269"/>
            <ac:spMk id="98" creationId="{00000000-0000-0000-0000-000000000000}"/>
          </ac:spMkLst>
        </pc:spChg>
      </pc:sldChg>
      <pc:sldChg chg="delSp modSp mod">
        <pc:chgData name="Abhishekh Kumar Jha" userId="32cbaea47809f3d6" providerId="LiveId" clId="{609FBC09-4330-4141-A46E-E494F38AB5E2}" dt="2025-04-28T18:50:23.797" v="241" actId="478"/>
        <pc:sldMkLst>
          <pc:docMk/>
          <pc:sldMk cId="0" sldId="270"/>
        </pc:sldMkLst>
        <pc:spChg chg="del">
          <ac:chgData name="Abhishekh Kumar Jha" userId="32cbaea47809f3d6" providerId="LiveId" clId="{609FBC09-4330-4141-A46E-E494F38AB5E2}" dt="2025-04-28T18:50:23.797" v="241" actId="478"/>
          <ac:spMkLst>
            <pc:docMk/>
            <pc:sldMk cId="0" sldId="270"/>
            <ac:spMk id="101" creationId="{00000000-0000-0000-0000-000000000000}"/>
          </ac:spMkLst>
        </pc:spChg>
        <pc:spChg chg="mod">
          <ac:chgData name="Abhishekh Kumar Jha" userId="32cbaea47809f3d6" providerId="LiveId" clId="{609FBC09-4330-4141-A46E-E494F38AB5E2}" dt="2025-04-28T18:45:20.212" v="17" actId="27636"/>
          <ac:spMkLst>
            <pc:docMk/>
            <pc:sldMk cId="0" sldId="270"/>
            <ac:spMk id="103" creationId="{00000000-0000-0000-0000-000000000000}"/>
          </ac:spMkLst>
        </pc:spChg>
      </pc:sldChg>
      <pc:sldChg chg="modSp mod setBg">
        <pc:chgData name="Abhishekh Kumar Jha" userId="32cbaea47809f3d6" providerId="LiveId" clId="{609FBC09-4330-4141-A46E-E494F38AB5E2}" dt="2025-04-28T18:50:30.737" v="242"/>
        <pc:sldMkLst>
          <pc:docMk/>
          <pc:sldMk cId="0" sldId="271"/>
        </pc:sldMkLst>
        <pc:spChg chg="mod">
          <ac:chgData name="Abhishekh Kumar Jha" userId="32cbaea47809f3d6" providerId="LiveId" clId="{609FBC09-4330-4141-A46E-E494F38AB5E2}" dt="2025-04-28T18:45:20.221" v="18" actId="27636"/>
          <ac:spMkLst>
            <pc:docMk/>
            <pc:sldMk cId="0" sldId="271"/>
            <ac:spMk id="105" creationId="{00000000-0000-0000-0000-000000000000}"/>
          </ac:spMkLst>
        </pc:spChg>
      </pc:sldChg>
      <pc:sldChg chg="modSp mod setBg">
        <pc:chgData name="Abhishekh Kumar Jha" userId="32cbaea47809f3d6" providerId="LiveId" clId="{609FBC09-4330-4141-A46E-E494F38AB5E2}" dt="2025-04-28T18:50:36.275" v="243"/>
        <pc:sldMkLst>
          <pc:docMk/>
          <pc:sldMk cId="0" sldId="272"/>
        </pc:sldMkLst>
        <pc:spChg chg="mod">
          <ac:chgData name="Abhishekh Kumar Jha" userId="32cbaea47809f3d6" providerId="LiveId" clId="{609FBC09-4330-4141-A46E-E494F38AB5E2}" dt="2025-04-28T18:45:20.227" v="19" actId="27636"/>
          <ac:spMkLst>
            <pc:docMk/>
            <pc:sldMk cId="0" sldId="272"/>
            <ac:spMk id="107" creationId="{00000000-0000-0000-0000-000000000000}"/>
          </ac:spMkLst>
        </pc:spChg>
      </pc:sldChg>
      <pc:sldChg chg="setBg">
        <pc:chgData name="Abhishekh Kumar Jha" userId="32cbaea47809f3d6" providerId="LiveId" clId="{609FBC09-4330-4141-A46E-E494F38AB5E2}" dt="2025-04-28T18:50:41.290" v="244"/>
        <pc:sldMkLst>
          <pc:docMk/>
          <pc:sldMk cId="0" sldId="273"/>
        </pc:sldMkLst>
      </pc:sldChg>
      <pc:sldChg chg="setBg">
        <pc:chgData name="Abhishekh Kumar Jha" userId="32cbaea47809f3d6" providerId="LiveId" clId="{609FBC09-4330-4141-A46E-E494F38AB5E2}" dt="2025-04-28T18:50:47.912" v="245"/>
        <pc:sldMkLst>
          <pc:docMk/>
          <pc:sldMk cId="0" sldId="274"/>
        </pc:sldMkLst>
      </pc:sldChg>
      <pc:sldChg chg="modSp del mod">
        <pc:chgData name="Abhishekh Kumar Jha" userId="32cbaea47809f3d6" providerId="LiveId" clId="{609FBC09-4330-4141-A46E-E494F38AB5E2}" dt="2025-04-28T18:50:50.245" v="246" actId="47"/>
        <pc:sldMkLst>
          <pc:docMk/>
          <pc:sldMk cId="0" sldId="275"/>
        </pc:sldMkLst>
        <pc:spChg chg="mod">
          <ac:chgData name="Abhishekh Kumar Jha" userId="32cbaea47809f3d6" providerId="LiveId" clId="{609FBC09-4330-4141-A46E-E494F38AB5E2}" dt="2025-04-28T18:45:20.247" v="20" actId="27636"/>
          <ac:spMkLst>
            <pc:docMk/>
            <pc:sldMk cId="0" sldId="275"/>
            <ac:spMk id="117" creationId="{00000000-0000-0000-0000-000000000000}"/>
          </ac:spMkLst>
        </pc:spChg>
      </pc:sldChg>
      <pc:sldChg chg="addSp delSp modSp new mod setBg">
        <pc:chgData name="Abhishekh Kumar Jha" userId="32cbaea47809f3d6" providerId="LiveId" clId="{609FBC09-4330-4141-A46E-E494F38AB5E2}" dt="2025-04-28T19:30:31.586" v="248" actId="20577"/>
        <pc:sldMkLst>
          <pc:docMk/>
          <pc:sldMk cId="1154012858" sldId="276"/>
        </pc:sldMkLst>
        <pc:spChg chg="del">
          <ac:chgData name="Abhishekh Kumar Jha" userId="32cbaea47809f3d6" providerId="LiveId" clId="{609FBC09-4330-4141-A46E-E494F38AB5E2}" dt="2025-04-28T18:45:09.077" v="7" actId="478"/>
          <ac:spMkLst>
            <pc:docMk/>
            <pc:sldMk cId="1154012858" sldId="276"/>
            <ac:spMk id="2" creationId="{598AA366-2D4F-1FB9-B6C2-09F652554134}"/>
          </ac:spMkLst>
        </pc:spChg>
        <pc:spChg chg="del">
          <ac:chgData name="Abhishekh Kumar Jha" userId="32cbaea47809f3d6" providerId="LiveId" clId="{609FBC09-4330-4141-A46E-E494F38AB5E2}" dt="2025-04-28T18:45:06.247" v="6" actId="478"/>
          <ac:spMkLst>
            <pc:docMk/>
            <pc:sldMk cId="1154012858" sldId="276"/>
            <ac:spMk id="3" creationId="{8CE7B9EE-E8B2-9E5E-C832-6495E9A04050}"/>
          </ac:spMkLst>
        </pc:spChg>
        <pc:spChg chg="add mod">
          <ac:chgData name="Abhishekh Kumar Jha" userId="32cbaea47809f3d6" providerId="LiveId" clId="{609FBC09-4330-4141-A46E-E494F38AB5E2}" dt="2025-04-28T19:30:31.586" v="248" actId="20577"/>
          <ac:spMkLst>
            <pc:docMk/>
            <pc:sldMk cId="1154012858" sldId="276"/>
            <ac:spMk id="4" creationId="{FA5860BC-B1F7-4964-7A8C-ACF2CF76EC89}"/>
          </ac:spMkLst>
        </pc:spChg>
      </pc:sldChg>
      <pc:sldChg chg="new del">
        <pc:chgData name="Abhishekh Kumar Jha" userId="32cbaea47809f3d6" providerId="LiveId" clId="{609FBC09-4330-4141-A46E-E494F38AB5E2}" dt="2025-04-28T18:44:58.006" v="4" actId="680"/>
        <pc:sldMkLst>
          <pc:docMk/>
          <pc:sldMk cId="2150628769" sldId="276"/>
        </pc:sldMkLst>
      </pc:sldChg>
      <pc:sldMasterChg chg="del delSldLayout">
        <pc:chgData name="Abhishekh Kumar Jha" userId="32cbaea47809f3d6" providerId="LiveId" clId="{609FBC09-4330-4141-A46E-E494F38AB5E2}" dt="2025-04-28T18:42:56.682" v="2"/>
        <pc:sldMasterMkLst>
          <pc:docMk/>
          <pc:sldMasterMk cId="0" sldId="2147483650"/>
        </pc:sldMasterMkLst>
        <pc:sldLayoutChg chg="del">
          <pc:chgData name="Abhishekh Kumar Jha" userId="32cbaea47809f3d6" providerId="LiveId" clId="{609FBC09-4330-4141-A46E-E494F38AB5E2}" dt="2025-04-28T18:42:56.682" v="2"/>
          <pc:sldLayoutMkLst>
            <pc:docMk/>
            <pc:sldMasterMk cId="0" sldId="2147483650"/>
            <pc:sldLayoutMk cId="0" sldId="2147483651"/>
          </pc:sldLayoutMkLst>
        </pc:sldLayoutChg>
      </pc:sldMasterChg>
      <pc:sldMasterChg chg="del delSldLayout">
        <pc:chgData name="Abhishekh Kumar Jha" userId="32cbaea47809f3d6" providerId="LiveId" clId="{609FBC09-4330-4141-A46E-E494F38AB5E2}" dt="2025-04-28T18:42:56.682" v="2"/>
        <pc:sldMasterMkLst>
          <pc:docMk/>
          <pc:sldMasterMk cId="0" sldId="2147483652"/>
        </pc:sldMasterMkLst>
        <pc:sldLayoutChg chg="del">
          <pc:chgData name="Abhishekh Kumar Jha" userId="32cbaea47809f3d6" providerId="LiveId" clId="{609FBC09-4330-4141-A46E-E494F38AB5E2}" dt="2025-04-28T18:42:56.682" v="2"/>
          <pc:sldLayoutMkLst>
            <pc:docMk/>
            <pc:sldMasterMk cId="0" sldId="2147483652"/>
            <pc:sldLayoutMk cId="0" sldId="2147483653"/>
          </pc:sldLayoutMkLst>
        </pc:sldLayoutChg>
      </pc:sldMasterChg>
      <pc:sldMasterChg chg="del delSldLayout">
        <pc:chgData name="Abhishekh Kumar Jha" userId="32cbaea47809f3d6" providerId="LiveId" clId="{609FBC09-4330-4141-A46E-E494F38AB5E2}" dt="2025-04-28T18:42:56.682" v="2"/>
        <pc:sldMasterMkLst>
          <pc:docMk/>
          <pc:sldMasterMk cId="0" sldId="2147483654"/>
        </pc:sldMasterMkLst>
        <pc:sldLayoutChg chg="del">
          <pc:chgData name="Abhishekh Kumar Jha" userId="32cbaea47809f3d6" providerId="LiveId" clId="{609FBC09-4330-4141-A46E-E494F38AB5E2}" dt="2025-04-28T18:42:56.682" v="2"/>
          <pc:sldLayoutMkLst>
            <pc:docMk/>
            <pc:sldMasterMk cId="0" sldId="2147483654"/>
            <pc:sldLayoutMk cId="0" sldId="2147483655"/>
          </pc:sldLayoutMkLst>
        </pc:sldLayoutChg>
      </pc:sldMasterChg>
      <pc:sldMasterChg chg="del delSldLayout">
        <pc:chgData name="Abhishekh Kumar Jha" userId="32cbaea47809f3d6" providerId="LiveId" clId="{609FBC09-4330-4141-A46E-E494F38AB5E2}" dt="2025-04-28T18:42:56.682" v="2"/>
        <pc:sldMasterMkLst>
          <pc:docMk/>
          <pc:sldMasterMk cId="0" sldId="2147483660"/>
        </pc:sldMasterMkLst>
        <pc:sldLayoutChg chg="del">
          <pc:chgData name="Abhishekh Kumar Jha" userId="32cbaea47809f3d6" providerId="LiveId" clId="{609FBC09-4330-4141-A46E-E494F38AB5E2}" dt="2025-04-28T18:42:56.682" v="2"/>
          <pc:sldLayoutMkLst>
            <pc:docMk/>
            <pc:sldMasterMk cId="0" sldId="2147483660"/>
            <pc:sldLayoutMk cId="0" sldId="2147483661"/>
          </pc:sldLayoutMkLst>
        </pc:sldLayoutChg>
      </pc:sldMasterChg>
      <pc:sldMasterChg chg="del delSldLayout">
        <pc:chgData name="Abhishekh Kumar Jha" userId="32cbaea47809f3d6" providerId="LiveId" clId="{609FBC09-4330-4141-A46E-E494F38AB5E2}" dt="2025-04-28T18:42:56.682" v="2"/>
        <pc:sldMasterMkLst>
          <pc:docMk/>
          <pc:sldMasterMk cId="0" sldId="2147483662"/>
        </pc:sldMasterMkLst>
        <pc:sldLayoutChg chg="del">
          <pc:chgData name="Abhishekh Kumar Jha" userId="32cbaea47809f3d6" providerId="LiveId" clId="{609FBC09-4330-4141-A46E-E494F38AB5E2}" dt="2025-04-28T18:42:56.682" v="2"/>
          <pc:sldLayoutMkLst>
            <pc:docMk/>
            <pc:sldMasterMk cId="0" sldId="2147483662"/>
            <pc:sldLayoutMk cId="0" sldId="2147483663"/>
          </pc:sldLayoutMkLst>
        </pc:sldLayoutChg>
      </pc:sldMasterChg>
      <pc:sldMasterChg chg="del delSldLayout">
        <pc:chgData name="Abhishekh Kumar Jha" userId="32cbaea47809f3d6" providerId="LiveId" clId="{609FBC09-4330-4141-A46E-E494F38AB5E2}" dt="2025-04-28T18:42:56.682" v="2"/>
        <pc:sldMasterMkLst>
          <pc:docMk/>
          <pc:sldMasterMk cId="0" sldId="2147483664"/>
        </pc:sldMasterMkLst>
        <pc:sldLayoutChg chg="del">
          <pc:chgData name="Abhishekh Kumar Jha" userId="32cbaea47809f3d6" providerId="LiveId" clId="{609FBC09-4330-4141-A46E-E494F38AB5E2}" dt="2025-04-28T18:42:56.682" v="2"/>
          <pc:sldLayoutMkLst>
            <pc:docMk/>
            <pc:sldMasterMk cId="0" sldId="2147483664"/>
            <pc:sldLayoutMk cId="0" sldId="2147483665"/>
          </pc:sldLayoutMkLst>
        </pc:sldLayoutChg>
      </pc:sldMasterChg>
      <pc:sldMasterChg chg="del delSldLayout">
        <pc:chgData name="Abhishekh Kumar Jha" userId="32cbaea47809f3d6" providerId="LiveId" clId="{609FBC09-4330-4141-A46E-E494F38AB5E2}" dt="2025-04-28T18:42:56.682" v="2"/>
        <pc:sldMasterMkLst>
          <pc:docMk/>
          <pc:sldMasterMk cId="0" sldId="2147483666"/>
        </pc:sldMasterMkLst>
        <pc:sldLayoutChg chg="del">
          <pc:chgData name="Abhishekh Kumar Jha" userId="32cbaea47809f3d6" providerId="LiveId" clId="{609FBC09-4330-4141-A46E-E494F38AB5E2}" dt="2025-04-28T18:42:56.682" v="2"/>
          <pc:sldLayoutMkLst>
            <pc:docMk/>
            <pc:sldMasterMk cId="0" sldId="2147483666"/>
            <pc:sldLayoutMk cId="0" sldId="2147483667"/>
          </pc:sldLayoutMkLst>
        </pc:sldLayoutChg>
      </pc:sldMasterChg>
      <pc:sldMasterChg chg="del delSldLayout">
        <pc:chgData name="Abhishekh Kumar Jha" userId="32cbaea47809f3d6" providerId="LiveId" clId="{609FBC09-4330-4141-A46E-E494F38AB5E2}" dt="2025-04-28T18:42:56.682" v="2"/>
        <pc:sldMasterMkLst>
          <pc:docMk/>
          <pc:sldMasterMk cId="0" sldId="2147483668"/>
        </pc:sldMasterMkLst>
        <pc:sldLayoutChg chg="del">
          <pc:chgData name="Abhishekh Kumar Jha" userId="32cbaea47809f3d6" providerId="LiveId" clId="{609FBC09-4330-4141-A46E-E494F38AB5E2}" dt="2025-04-28T18:42:56.682" v="2"/>
          <pc:sldLayoutMkLst>
            <pc:docMk/>
            <pc:sldMasterMk cId="0" sldId="2147483668"/>
            <pc:sldLayoutMk cId="0" sldId="2147483669"/>
          </pc:sldLayoutMkLst>
        </pc:sldLayoutChg>
      </pc:sldMasterChg>
      <pc:sldMasterChg chg="del delSldLayout">
        <pc:chgData name="Abhishekh Kumar Jha" userId="32cbaea47809f3d6" providerId="LiveId" clId="{609FBC09-4330-4141-A46E-E494F38AB5E2}" dt="2025-04-28T18:50:50.245" v="246" actId="47"/>
        <pc:sldMasterMkLst>
          <pc:docMk/>
          <pc:sldMasterMk cId="0" sldId="2147483672"/>
        </pc:sldMasterMkLst>
        <pc:sldLayoutChg chg="del">
          <pc:chgData name="Abhishekh Kumar Jha" userId="32cbaea47809f3d6" providerId="LiveId" clId="{609FBC09-4330-4141-A46E-E494F38AB5E2}" dt="2025-04-28T18:50:50.245" v="246" actId="47"/>
          <pc:sldLayoutMkLst>
            <pc:docMk/>
            <pc:sldMasterMk cId="0" sldId="2147483672"/>
            <pc:sldLayoutMk cId="0" sldId="2147483673"/>
          </pc:sldLayoutMkLst>
        </pc:sldLayoutChg>
      </pc:sldMasterChg>
      <pc:sldMasterChg chg="del delSldLayout">
        <pc:chgData name="Abhishekh Kumar Jha" userId="32cbaea47809f3d6" providerId="LiveId" clId="{609FBC09-4330-4141-A46E-E494F38AB5E2}" dt="2025-04-28T18:42:56.682" v="2"/>
        <pc:sldMasterMkLst>
          <pc:docMk/>
          <pc:sldMasterMk cId="0" sldId="2147483674"/>
        </pc:sldMasterMkLst>
        <pc:sldLayoutChg chg="del">
          <pc:chgData name="Abhishekh Kumar Jha" userId="32cbaea47809f3d6" providerId="LiveId" clId="{609FBC09-4330-4141-A46E-E494F38AB5E2}" dt="2025-04-28T18:42:56.682" v="2"/>
          <pc:sldLayoutMkLst>
            <pc:docMk/>
            <pc:sldMasterMk cId="0" sldId="2147483674"/>
            <pc:sldLayoutMk cId="0" sldId="2147483675"/>
          </pc:sldLayoutMkLst>
        </pc:sldLayoutChg>
      </pc:sldMasterChg>
      <pc:sldMasterChg chg="del delSldLayout">
        <pc:chgData name="Abhishekh Kumar Jha" userId="32cbaea47809f3d6" providerId="LiveId" clId="{609FBC09-4330-4141-A46E-E494F38AB5E2}" dt="2025-04-28T18:42:56.682" v="2"/>
        <pc:sldMasterMkLst>
          <pc:docMk/>
          <pc:sldMasterMk cId="0" sldId="2147483676"/>
        </pc:sldMasterMkLst>
        <pc:sldLayoutChg chg="del">
          <pc:chgData name="Abhishekh Kumar Jha" userId="32cbaea47809f3d6" providerId="LiveId" clId="{609FBC09-4330-4141-A46E-E494F38AB5E2}" dt="2025-04-28T18:42:56.682" v="2"/>
          <pc:sldLayoutMkLst>
            <pc:docMk/>
            <pc:sldMasterMk cId="0" sldId="2147483676"/>
            <pc:sldLayoutMk cId="0" sldId="2147483677"/>
          </pc:sldLayoutMkLst>
        </pc:sldLayoutChg>
      </pc:sldMasterChg>
      <pc:sldMasterChg chg="del delSldLayout">
        <pc:chgData name="Abhishekh Kumar Jha" userId="32cbaea47809f3d6" providerId="LiveId" clId="{609FBC09-4330-4141-A46E-E494F38AB5E2}" dt="2025-04-28T18:42:56.682" v="2"/>
        <pc:sldMasterMkLst>
          <pc:docMk/>
          <pc:sldMasterMk cId="0" sldId="2147483678"/>
        </pc:sldMasterMkLst>
        <pc:sldLayoutChg chg="del">
          <pc:chgData name="Abhishekh Kumar Jha" userId="32cbaea47809f3d6" providerId="LiveId" clId="{609FBC09-4330-4141-A46E-E494F38AB5E2}" dt="2025-04-28T18:42:56.682" v="2"/>
          <pc:sldLayoutMkLst>
            <pc:docMk/>
            <pc:sldMasterMk cId="0" sldId="2147483678"/>
            <pc:sldLayoutMk cId="0" sldId="2147483679"/>
          </pc:sldLayoutMkLst>
        </pc:sldLayoutChg>
      </pc:sldMasterChg>
      <pc:sldMasterChg chg="del delSldLayout">
        <pc:chgData name="Abhishekh Kumar Jha" userId="32cbaea47809f3d6" providerId="LiveId" clId="{609FBC09-4330-4141-A46E-E494F38AB5E2}" dt="2025-04-28T18:42:56.682" v="2"/>
        <pc:sldMasterMkLst>
          <pc:docMk/>
          <pc:sldMasterMk cId="0" sldId="2147483680"/>
        </pc:sldMasterMkLst>
        <pc:sldLayoutChg chg="del">
          <pc:chgData name="Abhishekh Kumar Jha" userId="32cbaea47809f3d6" providerId="LiveId" clId="{609FBC09-4330-4141-A46E-E494F38AB5E2}" dt="2025-04-28T18:42:56.682" v="2"/>
          <pc:sldLayoutMkLst>
            <pc:docMk/>
            <pc:sldMasterMk cId="0" sldId="2147483680"/>
            <pc:sldLayoutMk cId="0" sldId="2147483681"/>
          </pc:sldLayoutMkLst>
        </pc:sldLayoutChg>
      </pc:sldMasterChg>
      <pc:sldMasterChg chg="del delSldLayout">
        <pc:chgData name="Abhishekh Kumar Jha" userId="32cbaea47809f3d6" providerId="LiveId" clId="{609FBC09-4330-4141-A46E-E494F38AB5E2}" dt="2025-04-28T18:42:56.682" v="2"/>
        <pc:sldMasterMkLst>
          <pc:docMk/>
          <pc:sldMasterMk cId="0" sldId="2147483682"/>
        </pc:sldMasterMkLst>
        <pc:sldLayoutChg chg="del">
          <pc:chgData name="Abhishekh Kumar Jha" userId="32cbaea47809f3d6" providerId="LiveId" clId="{609FBC09-4330-4141-A46E-E494F38AB5E2}" dt="2025-04-28T18:42:56.682" v="2"/>
          <pc:sldLayoutMkLst>
            <pc:docMk/>
            <pc:sldMasterMk cId="0" sldId="2147483682"/>
            <pc:sldLayoutMk cId="0" sldId="2147483683"/>
          </pc:sldLayoutMkLst>
        </pc:sldLayoutChg>
      </pc:sldMasterChg>
      <pc:sldMasterChg chg="del delSldLayout">
        <pc:chgData name="Abhishekh Kumar Jha" userId="32cbaea47809f3d6" providerId="LiveId" clId="{609FBC09-4330-4141-A46E-E494F38AB5E2}" dt="2025-04-28T18:42:56.682" v="2"/>
        <pc:sldMasterMkLst>
          <pc:docMk/>
          <pc:sldMasterMk cId="0" sldId="2147483684"/>
        </pc:sldMasterMkLst>
        <pc:sldLayoutChg chg="del">
          <pc:chgData name="Abhishekh Kumar Jha" userId="32cbaea47809f3d6" providerId="LiveId" clId="{609FBC09-4330-4141-A46E-E494F38AB5E2}" dt="2025-04-28T18:42:56.682" v="2"/>
          <pc:sldLayoutMkLst>
            <pc:docMk/>
            <pc:sldMasterMk cId="0" sldId="2147483684"/>
            <pc:sldLayoutMk cId="0" sldId="2147483685"/>
          </pc:sldLayoutMkLst>
        </pc:sldLayoutChg>
      </pc:sldMasterChg>
      <pc:sldMasterChg chg="del delSldLayout">
        <pc:chgData name="Abhishekh Kumar Jha" userId="32cbaea47809f3d6" providerId="LiveId" clId="{609FBC09-4330-4141-A46E-E494F38AB5E2}" dt="2025-04-28T18:42:56.682" v="2"/>
        <pc:sldMasterMkLst>
          <pc:docMk/>
          <pc:sldMasterMk cId="0" sldId="2147483686"/>
        </pc:sldMasterMkLst>
        <pc:sldLayoutChg chg="del">
          <pc:chgData name="Abhishekh Kumar Jha" userId="32cbaea47809f3d6" providerId="LiveId" clId="{609FBC09-4330-4141-A46E-E494F38AB5E2}" dt="2025-04-28T18:42:56.682" v="2"/>
          <pc:sldLayoutMkLst>
            <pc:docMk/>
            <pc:sldMasterMk cId="0" sldId="2147483686"/>
            <pc:sldLayoutMk cId="0" sldId="2147483687"/>
          </pc:sldLayoutMkLst>
        </pc:sldLayoutChg>
      </pc:sldMasterChg>
      <pc:sldMasterChg chg="del delSldLayout">
        <pc:chgData name="Abhishekh Kumar Jha" userId="32cbaea47809f3d6" providerId="LiveId" clId="{609FBC09-4330-4141-A46E-E494F38AB5E2}" dt="2025-04-28T18:42:56.682" v="2"/>
        <pc:sldMasterMkLst>
          <pc:docMk/>
          <pc:sldMasterMk cId="0" sldId="2147483688"/>
        </pc:sldMasterMkLst>
        <pc:sldLayoutChg chg="del">
          <pc:chgData name="Abhishekh Kumar Jha" userId="32cbaea47809f3d6" providerId="LiveId" clId="{609FBC09-4330-4141-A46E-E494F38AB5E2}" dt="2025-04-28T18:42:56.682" v="2"/>
          <pc:sldLayoutMkLst>
            <pc:docMk/>
            <pc:sldMasterMk cId="0" sldId="2147483688"/>
            <pc:sldLayoutMk cId="0" sldId="2147483689"/>
          </pc:sldLayoutMkLst>
        </pc:sldLayoutChg>
      </pc:sldMasterChg>
      <pc:sldMasterChg chg="del delSldLayout">
        <pc:chgData name="Abhishekh Kumar Jha" userId="32cbaea47809f3d6" providerId="LiveId" clId="{609FBC09-4330-4141-A46E-E494F38AB5E2}" dt="2025-04-28T18:42:56.682" v="2"/>
        <pc:sldMasterMkLst>
          <pc:docMk/>
          <pc:sldMasterMk cId="0" sldId="2147483690"/>
        </pc:sldMasterMkLst>
        <pc:sldLayoutChg chg="del">
          <pc:chgData name="Abhishekh Kumar Jha" userId="32cbaea47809f3d6" providerId="LiveId" clId="{609FBC09-4330-4141-A46E-E494F38AB5E2}" dt="2025-04-28T18:42:56.682" v="2"/>
          <pc:sldLayoutMkLst>
            <pc:docMk/>
            <pc:sldMasterMk cId="0" sldId="2147483690"/>
            <pc:sldLayoutMk cId="0" sldId="2147483691"/>
          </pc:sldLayoutMkLst>
        </pc:sldLayoutChg>
      </pc:sldMasterChg>
      <pc:sldMasterChg chg="del delSldLayout">
        <pc:chgData name="Abhishekh Kumar Jha" userId="32cbaea47809f3d6" providerId="LiveId" clId="{609FBC09-4330-4141-A46E-E494F38AB5E2}" dt="2025-04-28T18:42:56.682" v="2"/>
        <pc:sldMasterMkLst>
          <pc:docMk/>
          <pc:sldMasterMk cId="0" sldId="2147483692"/>
        </pc:sldMasterMkLst>
        <pc:sldLayoutChg chg="del">
          <pc:chgData name="Abhishekh Kumar Jha" userId="32cbaea47809f3d6" providerId="LiveId" clId="{609FBC09-4330-4141-A46E-E494F38AB5E2}" dt="2025-04-28T18:42:56.682" v="2"/>
          <pc:sldLayoutMkLst>
            <pc:docMk/>
            <pc:sldMasterMk cId="0" sldId="2147483692"/>
            <pc:sldLayoutMk cId="0" sldId="2147483693"/>
          </pc:sldLayoutMkLst>
        </pc:sldLayoutChg>
      </pc:sldMasterChg>
      <pc:sldMasterChg chg="del delSldLayout">
        <pc:chgData name="Abhishekh Kumar Jha" userId="32cbaea47809f3d6" providerId="LiveId" clId="{609FBC09-4330-4141-A46E-E494F38AB5E2}" dt="2025-04-28T18:42:56.682" v="2"/>
        <pc:sldMasterMkLst>
          <pc:docMk/>
          <pc:sldMasterMk cId="0" sldId="2147483694"/>
        </pc:sldMasterMkLst>
        <pc:sldLayoutChg chg="del">
          <pc:chgData name="Abhishekh Kumar Jha" userId="32cbaea47809f3d6" providerId="LiveId" clId="{609FBC09-4330-4141-A46E-E494F38AB5E2}" dt="2025-04-28T18:42:56.682" v="2"/>
          <pc:sldLayoutMkLst>
            <pc:docMk/>
            <pc:sldMasterMk cId="0" sldId="2147483694"/>
            <pc:sldLayoutMk cId="0" sldId="2147483695"/>
          </pc:sldLayoutMkLst>
        </pc:sldLayoutChg>
      </pc:sldMasterChg>
      <pc:sldMasterChg chg="del delSldLayout">
        <pc:chgData name="Abhishekh Kumar Jha" userId="32cbaea47809f3d6" providerId="LiveId" clId="{609FBC09-4330-4141-A46E-E494F38AB5E2}" dt="2025-04-28T18:42:56.682" v="2"/>
        <pc:sldMasterMkLst>
          <pc:docMk/>
          <pc:sldMasterMk cId="0" sldId="2147483696"/>
        </pc:sldMasterMkLst>
        <pc:sldLayoutChg chg="del">
          <pc:chgData name="Abhishekh Kumar Jha" userId="32cbaea47809f3d6" providerId="LiveId" clId="{609FBC09-4330-4141-A46E-E494F38AB5E2}" dt="2025-04-28T18:42:56.682" v="2"/>
          <pc:sldLayoutMkLst>
            <pc:docMk/>
            <pc:sldMasterMk cId="0" sldId="2147483696"/>
            <pc:sldLayoutMk cId="0" sldId="2147483697"/>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3" name="PlaceHolder 1"/>
          <p:cNvSpPr>
            <a:spLocks noGrp="1"/>
          </p:cNvSpPr>
          <p:nvPr>
            <p:ph type="title"/>
          </p:nvPr>
        </p:nvSpPr>
        <p:spPr>
          <a:xfrm>
            <a:off x="448200" y="2575440"/>
            <a:ext cx="381384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4"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USTOM">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ONE_COLUMN_TEXT_1">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SECTION_HEADER">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3" name="Google Shape;9;p2"/>
          <p:cNvCxnSpPr/>
          <p:nvPr/>
        </p:nvCxnSpPr>
        <p:spPr>
          <a:xfrm>
            <a:off x="0" y="152640"/>
            <a:ext cx="9144360" cy="360"/>
          </a:xfrm>
          <a:prstGeom prst="straightConnector1">
            <a:avLst/>
          </a:prstGeom>
          <a:ln w="9525">
            <a:solidFill>
              <a:srgbClr val="000000"/>
            </a:solidFill>
            <a:round/>
          </a:ln>
        </p:spPr>
      </p:cxnSp>
      <p:sp>
        <p:nvSpPr>
          <p:cNvPr id="4" name="PlaceHolder 1"/>
          <p:cNvSpPr>
            <a:spLocks noGrp="1"/>
          </p:cNvSpPr>
          <p:nvPr>
            <p:ph type="body"/>
          </p:nvPr>
        </p:nvSpPr>
        <p:spPr>
          <a:xfrm>
            <a:off x="228600" y="612720"/>
            <a:ext cx="8686080" cy="4306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
        <p:nvSpPr>
          <p:cNvPr id="2" name="PlaceHolder 2"/>
          <p:cNvSpPr>
            <a:spLocks noGrp="1"/>
          </p:cNvSpPr>
          <p:nvPr>
            <p:ph type="title"/>
          </p:nvPr>
        </p:nvSpPr>
        <p:spPr>
          <a:xfrm>
            <a:off x="448200" y="795240"/>
            <a:ext cx="4736520" cy="3947760"/>
          </a:xfrm>
          <a:prstGeom prst="rect">
            <a:avLst/>
          </a:prstGeom>
          <a:noFill/>
          <a:ln w="0">
            <a:noFill/>
          </a:ln>
        </p:spPr>
        <p:txBody>
          <a:bodyPr lIns="91440" tIns="91440" rIns="91440" bIns="91440" anchor="b">
            <a:noAutofit/>
          </a:bodyPr>
          <a:lstStyle/>
          <a:p>
            <a:pPr indent="0">
              <a:buNone/>
            </a:pPr>
            <a:r>
              <a:rPr lang="fr-FR" sz="7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228600" y="228600"/>
            <a:ext cx="8460720" cy="698040"/>
          </a:xfrm>
          <a:prstGeom prst="rect">
            <a:avLst/>
          </a:prstGeom>
          <a:noFill/>
          <a:ln w="0">
            <a:noFill/>
          </a:ln>
        </p:spPr>
        <p:txBody>
          <a:bodyPr lIns="91440" tIns="91440" rIns="91440" bIns="91440" anchor="t">
            <a:noAutofit/>
          </a:bodyPr>
          <a:lstStyle/>
          <a:p>
            <a:pPr indent="0">
              <a:buNone/>
            </a:pPr>
            <a:r>
              <a:rPr lang="fr-FR" sz="4000" b="0" strike="noStrike" spc="-1">
                <a:solidFill>
                  <a:schemeClr val="dk1"/>
                </a:solidFill>
                <a:latin typeface="Arial"/>
              </a:rPr>
              <a:t>Click to edit the title text format</a:t>
            </a:r>
          </a:p>
        </p:txBody>
      </p:sp>
      <p:sp>
        <p:nvSpPr>
          <p:cNvPr id="1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3913560" y="228600"/>
            <a:ext cx="5001480" cy="987120"/>
          </a:xfrm>
          <a:prstGeom prst="rect">
            <a:avLst/>
          </a:prstGeom>
          <a:noFill/>
          <a:ln w="0">
            <a:noFill/>
          </a:ln>
        </p:spPr>
        <p:txBody>
          <a:bodyPr lIns="91440" tIns="91440" rIns="91440" bIns="91440" anchor="t">
            <a:noAutofit/>
          </a:bodyPr>
          <a:lstStyle/>
          <a:p>
            <a:pPr indent="0">
              <a:buNone/>
            </a:pPr>
            <a:r>
              <a:rPr lang="fr-FR" sz="2600" b="0" strike="noStrike" spc="-1">
                <a:solidFill>
                  <a:schemeClr val="dk1"/>
                </a:solidFill>
                <a:latin typeface="Arial"/>
              </a:rPr>
              <a:t>Click to edit the title text format</a:t>
            </a:r>
          </a:p>
        </p:txBody>
      </p:sp>
      <p:sp>
        <p:nvSpPr>
          <p:cNvPr id="14" name="PlaceHolder 2"/>
          <p:cNvSpPr>
            <a:spLocks noGrp="1"/>
          </p:cNvSpPr>
          <p:nvPr>
            <p:ph type="body"/>
          </p:nvPr>
        </p:nvSpPr>
        <p:spPr>
          <a:xfrm>
            <a:off x="3913560" y="1267920"/>
            <a:ext cx="5001480" cy="36464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4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4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400" b="0" strike="noStrike" spc="-1">
                <a:solidFill>
                  <a:srgbClr val="000000"/>
                </a:solidFill>
                <a:latin typeface="Arial"/>
              </a:rPr>
              <a:t>Seventh Outline Level</a:t>
            </a:r>
          </a:p>
        </p:txBody>
      </p:sp>
      <p:sp>
        <p:nvSpPr>
          <p:cNvPr id="15" name="PlaceHolder 3"/>
          <p:cNvSpPr>
            <a:spLocks noGrp="1"/>
          </p:cNvSpPr>
          <p:nvPr>
            <p:ph type="body"/>
          </p:nvPr>
        </p:nvSpPr>
        <p:spPr>
          <a:xfrm>
            <a:off x="228600" y="228600"/>
            <a:ext cx="3346920" cy="4690440"/>
          </a:xfrm>
          <a:prstGeom prst="rect">
            <a:avLst/>
          </a:prstGeom>
          <a:noFill/>
          <a:ln w="0">
            <a:noFill/>
          </a:ln>
        </p:spPr>
        <p:txBody>
          <a:bodyPr lIns="90000" tIns="45000" rIns="90000" bIns="45000" anchor="t">
            <a:normAutofit fontScale="81111"/>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28" name="Google Shape;14;p3"/>
          <p:cNvCxnSpPr/>
          <p:nvPr/>
        </p:nvCxnSpPr>
        <p:spPr>
          <a:xfrm>
            <a:off x="0" y="152640"/>
            <a:ext cx="9144360" cy="360"/>
          </a:xfrm>
          <a:prstGeom prst="straightConnector1">
            <a:avLst/>
          </a:prstGeom>
          <a:ln w="9525">
            <a:solidFill>
              <a:srgbClr val="000000"/>
            </a:solidFill>
            <a:round/>
          </a:ln>
        </p:spPr>
      </p:cxnSp>
      <p:sp>
        <p:nvSpPr>
          <p:cNvPr id="29" name="PlaceHolder 1"/>
          <p:cNvSpPr>
            <a:spLocks noGrp="1"/>
          </p:cNvSpPr>
          <p:nvPr>
            <p:ph type="body"/>
          </p:nvPr>
        </p:nvSpPr>
        <p:spPr>
          <a:xfrm>
            <a:off x="228960" y="612720"/>
            <a:ext cx="8686080" cy="4306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
        <p:nvSpPr>
          <p:cNvPr id="30" name="PlaceHolder 2"/>
          <p:cNvSpPr>
            <a:spLocks noGrp="1"/>
          </p:cNvSpPr>
          <p:nvPr>
            <p:ph type="title"/>
          </p:nvPr>
        </p:nvSpPr>
        <p:spPr>
          <a:xfrm>
            <a:off x="1104840" y="3266640"/>
            <a:ext cx="4582800" cy="1382400"/>
          </a:xfrm>
          <a:prstGeom prst="rect">
            <a:avLst/>
          </a:prstGeom>
          <a:noFill/>
          <a:ln w="0">
            <a:noFill/>
          </a:ln>
          <a:effectLst>
            <a:outerShdw blurRad="57240" dist="19080" dir="5400000" rotWithShape="0">
              <a:srgbClr val="000000">
                <a:alpha val="50000"/>
              </a:srgbClr>
            </a:outerShdw>
          </a:effectLst>
        </p:spPr>
        <p:txBody>
          <a:bodyPr lIns="91440" tIns="91440" rIns="91440" bIns="91440" anchor="t">
            <a:noAutofit/>
          </a:bodyPr>
          <a:lstStyle/>
          <a:p>
            <a:pPr indent="0">
              <a:buNone/>
            </a:pPr>
            <a:r>
              <a:rPr lang="fr-FR" sz="4000" b="0" strike="noStrike" spc="-1">
                <a:solidFill>
                  <a:schemeClr val="dk1"/>
                </a:solidFill>
                <a:latin typeface="Arial"/>
              </a:rPr>
              <a:t>Click to edit the title text format</a:t>
            </a:r>
          </a:p>
        </p:txBody>
      </p:sp>
      <p:sp>
        <p:nvSpPr>
          <p:cNvPr id="31" name="PlaceHolder 3"/>
          <p:cNvSpPr>
            <a:spLocks noGrp="1"/>
          </p:cNvSpPr>
          <p:nvPr>
            <p:ph type="title"/>
          </p:nvPr>
        </p:nvSpPr>
        <p:spPr>
          <a:xfrm>
            <a:off x="448200" y="3266640"/>
            <a:ext cx="656280" cy="799920"/>
          </a:xfrm>
          <a:prstGeom prst="rect">
            <a:avLst/>
          </a:prstGeom>
          <a:noFill/>
          <a:ln w="0">
            <a:noFill/>
          </a:ln>
          <a:effectLst>
            <a:outerShdw blurRad="57240" dist="19080" dir="5400000" rotWithShape="0">
              <a:srgbClr val="000000">
                <a:alpha val="50000"/>
              </a:srgbClr>
            </a:outerShdw>
          </a:effectLst>
        </p:spPr>
        <p:txBody>
          <a:bodyPr lIns="91440" tIns="91440" rIns="91440" bIns="91440" anchor="t">
            <a:noAutofit/>
          </a:bodyPr>
          <a:lstStyle/>
          <a:p>
            <a:pPr indent="0" algn="ctr">
              <a:lnSpc>
                <a:spcPct val="100000"/>
              </a:lnSpc>
              <a:buNone/>
            </a:pPr>
            <a:r>
              <a:rPr lang="fr-FR" sz="4000" b="0" strike="noStrike" spc="-1">
                <a:solidFill>
                  <a:schemeClr val="lt1"/>
                </a:solidFill>
                <a:latin typeface="Fjalla One"/>
                <a:ea typeface="Fjalla One"/>
              </a:rPr>
              <a:t>xx%</a:t>
            </a:r>
            <a:endParaRPr lang="fr-FR" sz="4000" b="0" strike="noStrike" spc="-1">
              <a:solidFill>
                <a:schemeClr val="dk1"/>
              </a:solidFill>
              <a:latin typeface="Arial"/>
            </a:endParaRP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Google Shape;127;p28"/>
          <p:cNvPicPr/>
          <p:nvPr/>
        </p:nvPicPr>
        <p:blipFill>
          <a:blip r:embed="rId2"/>
          <a:srcRect t="5765" b="5765"/>
          <a:stretch/>
        </p:blipFill>
        <p:spPr>
          <a:xfrm>
            <a:off x="228600" y="612720"/>
            <a:ext cx="8686080" cy="4306320"/>
          </a:xfrm>
          <a:prstGeom prst="rect">
            <a:avLst/>
          </a:prstGeom>
          <a:ln w="0">
            <a:noFill/>
          </a:ln>
        </p:spPr>
      </p:pic>
      <p:sp>
        <p:nvSpPr>
          <p:cNvPr id="60" name="PlaceHolder 1"/>
          <p:cNvSpPr>
            <a:spLocks noGrp="1"/>
          </p:cNvSpPr>
          <p:nvPr>
            <p:ph type="title"/>
          </p:nvPr>
        </p:nvSpPr>
        <p:spPr>
          <a:xfrm>
            <a:off x="447840" y="790560"/>
            <a:ext cx="4733640" cy="3943080"/>
          </a:xfrm>
          <a:prstGeom prst="rect">
            <a:avLst/>
          </a:prstGeom>
          <a:noFill/>
          <a:ln w="0">
            <a:noFill/>
          </a:ln>
          <a:effectLst>
            <a:outerShdw blurRad="57240" dist="19080" dir="5400000" rotWithShape="0">
              <a:srgbClr val="000000">
                <a:alpha val="50000"/>
              </a:srgbClr>
            </a:outerShdw>
          </a:effectLst>
        </p:spPr>
        <p:txBody>
          <a:bodyPr lIns="91440" tIns="91440" rIns="91440" bIns="91440" anchor="b">
            <a:normAutofit/>
          </a:bodyPr>
          <a:lstStyle/>
          <a:p>
            <a:pPr indent="0">
              <a:lnSpc>
                <a:spcPct val="100000"/>
              </a:lnSpc>
              <a:buNone/>
              <a:tabLst>
                <a:tab pos="0" algn="l"/>
              </a:tabLst>
            </a:pPr>
            <a:r>
              <a:rPr lang="en" sz="7000" b="0" strike="noStrike" spc="-1">
                <a:solidFill>
                  <a:schemeClr val="lt1"/>
                </a:solidFill>
                <a:latin typeface="Fjalla One"/>
                <a:ea typeface="Fjalla One"/>
              </a:rPr>
              <a:t>Employee Management System</a:t>
            </a:r>
            <a:endParaRPr lang="fr-FR" sz="7000" b="0" strike="noStrike" spc="-1">
              <a:solidFill>
                <a:schemeClr val="dk1"/>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85000"/>
          </a:schemeClr>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A5860BC-B1F7-4964-7A8C-ACF2CF76EC89}"/>
              </a:ext>
            </a:extLst>
          </p:cNvPr>
          <p:cNvSpPr txBox="1"/>
          <p:nvPr/>
        </p:nvSpPr>
        <p:spPr>
          <a:xfrm>
            <a:off x="1431073" y="1802308"/>
            <a:ext cx="6281854" cy="1538883"/>
          </a:xfrm>
          <a:prstGeom prst="rect">
            <a:avLst/>
          </a:prstGeom>
          <a:noFill/>
        </p:spPr>
        <p:txBody>
          <a:bodyPr wrap="square" rtlCol="0">
            <a:spAutoFit/>
          </a:bodyPr>
          <a:lstStyle/>
          <a:p>
            <a:pPr algn="ctr"/>
            <a:r>
              <a:rPr lang="en-US" sz="2200" b="1" u="sng">
                <a:latin typeface="Times New Roman" panose="02020603050405020304" pitchFamily="18" charset="0"/>
                <a:cs typeface="Times New Roman" panose="02020603050405020304" pitchFamily="18" charset="0"/>
              </a:rPr>
              <a:t>GROUP –15 </a:t>
            </a:r>
            <a:endParaRPr lang="en-US" sz="2200" b="1" u="sng" dirty="0">
              <a:latin typeface="Times New Roman" panose="02020603050405020304" pitchFamily="18" charset="0"/>
              <a:cs typeface="Times New Roman" panose="02020603050405020304" pitchFamily="18" charset="0"/>
            </a:endParaRPr>
          </a:p>
          <a:p>
            <a:pPr algn="ctr"/>
            <a:r>
              <a:rPr lang="en-US" b="1" dirty="0">
                <a:latin typeface="Times New Roman" panose="02020603050405020304" pitchFamily="18" charset="0"/>
                <a:cs typeface="Times New Roman" panose="02020603050405020304" pitchFamily="18" charset="0"/>
              </a:rPr>
              <a:t>ABHISHEKH KUMAR JHA – AP23110011668</a:t>
            </a:r>
          </a:p>
          <a:p>
            <a:pPr algn="ctr"/>
            <a:r>
              <a:rPr lang="en-US" b="1" dirty="0">
                <a:latin typeface="Times New Roman" panose="02020603050405020304" pitchFamily="18" charset="0"/>
                <a:cs typeface="Times New Roman" panose="02020603050405020304" pitchFamily="18" charset="0"/>
              </a:rPr>
              <a:t>VENKATA SUMANOHAR MAJJARI – AP23110011658</a:t>
            </a:r>
          </a:p>
          <a:p>
            <a:pPr algn="ctr"/>
            <a:r>
              <a:rPr lang="en-US" b="1" dirty="0">
                <a:latin typeface="Times New Roman" panose="02020603050405020304" pitchFamily="18" charset="0"/>
                <a:cs typeface="Times New Roman" panose="02020603050405020304" pitchFamily="18" charset="0"/>
              </a:rPr>
              <a:t>SAI KUMAR – AP23110011649</a:t>
            </a:r>
          </a:p>
          <a:p>
            <a:pPr algn="ctr"/>
            <a:r>
              <a:rPr lang="en-US" b="1" dirty="0">
                <a:latin typeface="Times New Roman" panose="02020603050405020304" pitchFamily="18" charset="0"/>
                <a:cs typeface="Times New Roman" panose="02020603050405020304" pitchFamily="18" charset="0"/>
              </a:rPr>
              <a:t>B. AKHIL – AP23110011662</a:t>
            </a:r>
          </a:p>
        </p:txBody>
      </p:sp>
    </p:spTree>
    <p:extLst>
      <p:ext uri="{BB962C8B-B14F-4D97-AF65-F5344CB8AC3E}">
        <p14:creationId xmlns:p14="http://schemas.microsoft.com/office/powerpoint/2010/main" val="1154012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85000"/>
          </a:schemeClr>
        </a:solidFill>
        <a:effectLst/>
      </p:bgPr>
    </p:bg>
    <p:spTree>
      <p:nvGrpSpPr>
        <p:cNvPr id="1" name=""/>
        <p:cNvGrpSpPr/>
        <p:nvPr/>
      </p:nvGrpSpPr>
      <p:grpSpPr>
        <a:xfrm>
          <a:off x="0" y="0"/>
          <a:ext cx="0" cy="0"/>
          <a:chOff x="0" y="0"/>
          <a:chExt cx="0" cy="0"/>
        </a:xfrm>
      </p:grpSpPr>
      <p:sp>
        <p:nvSpPr>
          <p:cNvPr id="62" name="PlaceHolder 1"/>
          <p:cNvSpPr>
            <a:spLocks noGrp="1"/>
          </p:cNvSpPr>
          <p:nvPr>
            <p:ph type="title"/>
          </p:nvPr>
        </p:nvSpPr>
        <p:spPr>
          <a:xfrm>
            <a:off x="228600" y="228600"/>
            <a:ext cx="8457840" cy="69480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 sz="4000" b="0" strike="noStrike" spc="-1">
                <a:solidFill>
                  <a:schemeClr val="dk1"/>
                </a:solidFill>
                <a:latin typeface="Fjalla One"/>
                <a:ea typeface="Fjalla One"/>
              </a:rPr>
              <a:t>Introduction</a:t>
            </a:r>
            <a:endParaRPr lang="fr-FR" sz="4000" b="0" strike="noStrike" spc="-1">
              <a:solidFill>
                <a:schemeClr val="dk1"/>
              </a:solidFill>
              <a:latin typeface="Arial"/>
            </a:endParaRPr>
          </a:p>
        </p:txBody>
      </p:sp>
      <p:sp>
        <p:nvSpPr>
          <p:cNvPr id="63" name="PlaceHolder 2"/>
          <p:cNvSpPr>
            <a:spLocks noGrp="1"/>
          </p:cNvSpPr>
          <p:nvPr>
            <p:ph type="subTitle"/>
          </p:nvPr>
        </p:nvSpPr>
        <p:spPr>
          <a:xfrm>
            <a:off x="228600" y="1076400"/>
            <a:ext cx="8457840" cy="37335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400" b="0" strike="noStrike" spc="-1">
                <a:solidFill>
                  <a:schemeClr val="dk1"/>
                </a:solidFill>
                <a:latin typeface="Inter"/>
                <a:ea typeface="Inter"/>
              </a:rPr>
              <a:t>This presentation explores an effective employee management system that integrates attendance tracking, leave management, employee directory, and salary management. Each component plays a critical role in enhancing organizational efficiency and employee satisfaction.</a:t>
            </a:r>
            <a:endParaRPr lang="en-US" sz="1400" b="0" strike="noStrike" spc="-1">
              <a:solidFill>
                <a:srgbClr val="000000"/>
              </a:solidFill>
              <a:latin typeface="OpenSymbo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85000"/>
          </a:schemeClr>
        </a:solidFill>
        <a:effectLst/>
      </p:bgPr>
    </p:bg>
    <p:spTree>
      <p:nvGrpSpPr>
        <p:cNvPr id="1" name=""/>
        <p:cNvGrpSpPr/>
        <p:nvPr/>
      </p:nvGrpSpPr>
      <p:grpSpPr>
        <a:xfrm>
          <a:off x="0" y="0"/>
          <a:ext cx="0" cy="0"/>
          <a:chOff x="0" y="0"/>
          <a:chExt cx="0" cy="0"/>
        </a:xfrm>
      </p:grpSpPr>
      <p:pic>
        <p:nvPicPr>
          <p:cNvPr id="64" name="Google Shape;169;p32"/>
          <p:cNvPicPr/>
          <p:nvPr/>
        </p:nvPicPr>
        <p:blipFill>
          <a:blip r:embed="rId2"/>
          <a:srcRect t="12801" b="12807"/>
          <a:stretch/>
        </p:blipFill>
        <p:spPr>
          <a:xfrm>
            <a:off x="228960" y="612720"/>
            <a:ext cx="8686080" cy="4306320"/>
          </a:xfrm>
          <a:prstGeom prst="rect">
            <a:avLst/>
          </a:prstGeom>
          <a:ln w="0">
            <a:noFill/>
          </a:ln>
        </p:spPr>
      </p:pic>
      <p:sp>
        <p:nvSpPr>
          <p:cNvPr id="66" name="PlaceHolder 2"/>
          <p:cNvSpPr>
            <a:spLocks noGrp="1"/>
          </p:cNvSpPr>
          <p:nvPr>
            <p:ph type="title"/>
          </p:nvPr>
        </p:nvSpPr>
        <p:spPr>
          <a:xfrm>
            <a:off x="1104840" y="3267000"/>
            <a:ext cx="4581000" cy="1380600"/>
          </a:xfrm>
          <a:prstGeom prst="rect">
            <a:avLst/>
          </a:prstGeom>
          <a:noFill/>
          <a:ln w="0">
            <a:noFill/>
          </a:ln>
          <a:effectLst>
            <a:outerShdw blurRad="57240" dist="19080" dir="5400000" rotWithShape="0">
              <a:srgbClr val="000000">
                <a:alpha val="50000"/>
              </a:srgbClr>
            </a:outerShdw>
          </a:effectLst>
        </p:spPr>
        <p:txBody>
          <a:bodyPr lIns="91440" tIns="91440" rIns="91440" bIns="91440" anchor="t">
            <a:normAutofit/>
          </a:bodyPr>
          <a:lstStyle/>
          <a:p>
            <a:pPr indent="0">
              <a:lnSpc>
                <a:spcPct val="100000"/>
              </a:lnSpc>
              <a:buNone/>
              <a:tabLst>
                <a:tab pos="0" algn="l"/>
              </a:tabLst>
            </a:pPr>
            <a:r>
              <a:rPr lang="en" sz="4000" b="0" strike="noStrike" spc="-1">
                <a:solidFill>
                  <a:schemeClr val="lt1"/>
                </a:solidFill>
                <a:latin typeface="Fjalla One"/>
                <a:ea typeface="Fjalla One"/>
              </a:rPr>
              <a:t>Attendance Tracking</a:t>
            </a:r>
            <a:endParaRPr lang="fr-FR" sz="4000" b="0" strike="noStrike" spc="-1">
              <a:solidFill>
                <a:schemeClr val="dk1"/>
              </a:solidFill>
              <a:latin typeface="Arial"/>
            </a:endParaRPr>
          </a:p>
        </p:txBody>
      </p:sp>
      <p:sp>
        <p:nvSpPr>
          <p:cNvPr id="67" name="PlaceHolder 3"/>
          <p:cNvSpPr>
            <a:spLocks noGrp="1"/>
          </p:cNvSpPr>
          <p:nvPr>
            <p:ph type="title"/>
          </p:nvPr>
        </p:nvSpPr>
        <p:spPr>
          <a:xfrm>
            <a:off x="447840" y="3267000"/>
            <a:ext cx="657000" cy="799920"/>
          </a:xfrm>
          <a:prstGeom prst="rect">
            <a:avLst/>
          </a:prstGeom>
          <a:noFill/>
          <a:ln w="0">
            <a:noFill/>
          </a:ln>
          <a:effectLst>
            <a:outerShdw blurRad="57240" dist="19080" dir="5400000" rotWithShape="0">
              <a:srgbClr val="000000">
                <a:alpha val="50000"/>
              </a:srgbClr>
            </a:outerShdw>
          </a:effectLst>
        </p:spPr>
        <p:txBody>
          <a:bodyPr lIns="91440" tIns="91440" rIns="91440" bIns="91440" anchor="t">
            <a:normAutofit fontScale="93507"/>
          </a:bodyPr>
          <a:lstStyle/>
          <a:p>
            <a:pPr indent="0" algn="ctr">
              <a:lnSpc>
                <a:spcPct val="100000"/>
              </a:lnSpc>
              <a:buNone/>
              <a:tabLst>
                <a:tab pos="0" algn="l"/>
              </a:tabLst>
            </a:pPr>
            <a:r>
              <a:rPr lang="en" sz="4000" b="0" strike="noStrike" spc="-1">
                <a:solidFill>
                  <a:schemeClr val="lt1"/>
                </a:solidFill>
                <a:latin typeface="Fjalla One"/>
                <a:ea typeface="Fjalla One"/>
              </a:rPr>
              <a:t>01</a:t>
            </a:r>
            <a:endParaRPr lang="fr-FR" sz="4000" b="0" strike="noStrike" spc="-1">
              <a:solidFill>
                <a:schemeClr val="dk1"/>
              </a:solidFill>
              <a:latin typeface="Arial"/>
            </a:endParaRPr>
          </a:p>
        </p:txBody>
      </p:sp>
      <p:cxnSp>
        <p:nvCxnSpPr>
          <p:cNvPr id="68" name="Google Shape;173;p32"/>
          <p:cNvCxnSpPr/>
          <p:nvPr/>
        </p:nvCxnSpPr>
        <p:spPr>
          <a:xfrm>
            <a:off x="598320" y="4034160"/>
            <a:ext cx="356040" cy="360"/>
          </a:xfrm>
          <a:prstGeom prst="straightConnector1">
            <a:avLst/>
          </a:prstGeom>
          <a:ln w="9525">
            <a:solidFill>
              <a:srgbClr val="FFFFFF"/>
            </a:solidFill>
            <a:roun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85000"/>
          </a:schemeClr>
        </a:solidFill>
        <a:effectLst/>
      </p:bgPr>
    </p:bg>
    <p:spTree>
      <p:nvGrpSpPr>
        <p:cNvPr id="1" name=""/>
        <p:cNvGrpSpPr/>
        <p:nvPr/>
      </p:nvGrpSpPr>
      <p:grpSpPr>
        <a:xfrm>
          <a:off x="0" y="0"/>
          <a:ext cx="0" cy="0"/>
          <a:chOff x="0" y="0"/>
          <a:chExt cx="0" cy="0"/>
        </a:xfrm>
      </p:grpSpPr>
      <p:sp>
        <p:nvSpPr>
          <p:cNvPr id="69" name="PlaceHolder 1"/>
          <p:cNvSpPr>
            <a:spLocks noGrp="1"/>
          </p:cNvSpPr>
          <p:nvPr>
            <p:ph type="title"/>
          </p:nvPr>
        </p:nvSpPr>
        <p:spPr>
          <a:xfrm>
            <a:off x="228600" y="228600"/>
            <a:ext cx="8457840" cy="69480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 sz="4000" b="0" strike="noStrike" spc="-1">
                <a:solidFill>
                  <a:schemeClr val="dk1"/>
                </a:solidFill>
                <a:latin typeface="Fjalla One"/>
                <a:ea typeface="Fjalla One"/>
              </a:rPr>
              <a:t>Real-time attendance monitoring</a:t>
            </a:r>
            <a:endParaRPr lang="fr-FR" sz="4000" b="0" strike="noStrike" spc="-1">
              <a:solidFill>
                <a:schemeClr val="dk1"/>
              </a:solidFill>
              <a:latin typeface="Arial"/>
            </a:endParaRPr>
          </a:p>
        </p:txBody>
      </p:sp>
      <p:sp>
        <p:nvSpPr>
          <p:cNvPr id="70" name="PlaceHolder 2"/>
          <p:cNvSpPr>
            <a:spLocks noGrp="1"/>
          </p:cNvSpPr>
          <p:nvPr>
            <p:ph type="subTitle"/>
          </p:nvPr>
        </p:nvSpPr>
        <p:spPr>
          <a:xfrm>
            <a:off x="228600" y="1076400"/>
            <a:ext cx="8457840" cy="37335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400" b="0" strike="noStrike" spc="-1">
                <a:solidFill>
                  <a:schemeClr val="dk1"/>
                </a:solidFill>
                <a:latin typeface="Inter"/>
                <a:ea typeface="Inter"/>
              </a:rPr>
              <a:t>Real-time attendance monitoring allows organizations to track employee attendance instantly, ensuring accurate records of who is present and who is absent at any given moment. This can be achieved through various methods such as biometric systems, card swipes, or mobile apps that employees can use at their convenience.</a:t>
            </a:r>
            <a:endParaRPr lang="en-US" sz="1400" b="0" strike="noStrike" spc="-1">
              <a:solidFill>
                <a:srgbClr val="000000"/>
              </a:solidFill>
              <a:latin typeface="OpenSymbo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85000"/>
          </a:schemeClr>
        </a:solidFill>
        <a:effectLst/>
      </p:bgPr>
    </p:bg>
    <p:spTree>
      <p:nvGrpSpPr>
        <p:cNvPr id="1" name=""/>
        <p:cNvGrpSpPr/>
        <p:nvPr/>
      </p:nvGrpSpPr>
      <p:grpSpPr>
        <a:xfrm>
          <a:off x="0" y="0"/>
          <a:ext cx="0" cy="0"/>
          <a:chOff x="0" y="0"/>
          <a:chExt cx="0" cy="0"/>
        </a:xfrm>
      </p:grpSpPr>
      <p:sp>
        <p:nvSpPr>
          <p:cNvPr id="71" name="PlaceHolder 1"/>
          <p:cNvSpPr>
            <a:spLocks noGrp="1"/>
          </p:cNvSpPr>
          <p:nvPr>
            <p:ph type="title"/>
          </p:nvPr>
        </p:nvSpPr>
        <p:spPr>
          <a:xfrm>
            <a:off x="228600" y="228600"/>
            <a:ext cx="8457840" cy="69480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 sz="4000" b="0" strike="noStrike" spc="-1">
                <a:solidFill>
                  <a:schemeClr val="dk1"/>
                </a:solidFill>
                <a:latin typeface="Fjalla One"/>
                <a:ea typeface="Fjalla One"/>
              </a:rPr>
              <a:t>Absence reporting</a:t>
            </a:r>
            <a:endParaRPr lang="fr-FR" sz="4000" b="0" strike="noStrike" spc="-1">
              <a:solidFill>
                <a:schemeClr val="dk1"/>
              </a:solidFill>
              <a:latin typeface="Arial"/>
            </a:endParaRPr>
          </a:p>
        </p:txBody>
      </p:sp>
      <p:sp>
        <p:nvSpPr>
          <p:cNvPr id="72" name="PlaceHolder 2"/>
          <p:cNvSpPr>
            <a:spLocks noGrp="1"/>
          </p:cNvSpPr>
          <p:nvPr>
            <p:ph type="subTitle"/>
          </p:nvPr>
        </p:nvSpPr>
        <p:spPr>
          <a:xfrm>
            <a:off x="228600" y="1076400"/>
            <a:ext cx="8457840" cy="37335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400" b="0" strike="noStrike" spc="-1">
                <a:solidFill>
                  <a:schemeClr val="dk1"/>
                </a:solidFill>
                <a:latin typeface="Inter"/>
                <a:ea typeface="Inter"/>
              </a:rPr>
              <a:t>Absence reporting features enable employees to report their absences seamlessly. This includes sick leaves, personal days, and any other types of absences. The system can automate notifications and reminders, ensuring managers are kept informed and enabling better planning.</a:t>
            </a:r>
            <a:endParaRPr lang="en-US" sz="1400" b="0" strike="noStrike" spc="-1">
              <a:solidFill>
                <a:srgbClr val="000000"/>
              </a:solidFill>
              <a:latin typeface="OpenSymbo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85000"/>
          </a:schemeClr>
        </a:solidFill>
        <a:effectLst/>
      </p:bgPr>
    </p:bg>
    <p:spTree>
      <p:nvGrpSpPr>
        <p:cNvPr id="1" name=""/>
        <p:cNvGrpSpPr/>
        <p:nvPr/>
      </p:nvGrpSpPr>
      <p:grpSpPr>
        <a:xfrm>
          <a:off x="0" y="0"/>
          <a:ext cx="0" cy="0"/>
          <a:chOff x="0" y="0"/>
          <a:chExt cx="0" cy="0"/>
        </a:xfrm>
      </p:grpSpPr>
      <p:pic>
        <p:nvPicPr>
          <p:cNvPr id="73" name="Google Shape;162;p31"/>
          <p:cNvPicPr/>
          <p:nvPr/>
        </p:nvPicPr>
        <p:blipFill>
          <a:blip r:embed="rId2"/>
          <a:srcRect t="3296" b="3296"/>
          <a:stretch/>
        </p:blipFill>
        <p:spPr>
          <a:xfrm>
            <a:off x="228600" y="228600"/>
            <a:ext cx="3346560" cy="4690440"/>
          </a:xfrm>
          <a:prstGeom prst="rect">
            <a:avLst/>
          </a:prstGeom>
          <a:ln w="0">
            <a:noFill/>
          </a:ln>
        </p:spPr>
      </p:pic>
      <p:sp>
        <p:nvSpPr>
          <p:cNvPr id="74" name="PlaceHolder 1"/>
          <p:cNvSpPr>
            <a:spLocks noGrp="1"/>
          </p:cNvSpPr>
          <p:nvPr>
            <p:ph type="title"/>
          </p:nvPr>
        </p:nvSpPr>
        <p:spPr>
          <a:xfrm>
            <a:off x="3914640" y="228600"/>
            <a:ext cx="5000400" cy="9903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2600" b="0" strike="noStrike" spc="-1">
                <a:solidFill>
                  <a:schemeClr val="dk1"/>
                </a:solidFill>
                <a:latin typeface="Fjalla One"/>
                <a:ea typeface="Fjalla One"/>
              </a:rPr>
              <a:t>Integration with payroll</a:t>
            </a:r>
            <a:endParaRPr lang="fr-FR" sz="2600" b="0" strike="noStrike" spc="-1">
              <a:solidFill>
                <a:schemeClr val="dk1"/>
              </a:solidFill>
              <a:latin typeface="Arial"/>
            </a:endParaRPr>
          </a:p>
        </p:txBody>
      </p:sp>
      <p:sp>
        <p:nvSpPr>
          <p:cNvPr id="75" name="PlaceHolder 2"/>
          <p:cNvSpPr>
            <a:spLocks noGrp="1"/>
          </p:cNvSpPr>
          <p:nvPr>
            <p:ph/>
          </p:nvPr>
        </p:nvSpPr>
        <p:spPr>
          <a:xfrm>
            <a:off x="3914640" y="1266840"/>
            <a:ext cx="5000400" cy="364788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400" b="0" strike="noStrike" spc="-1">
                <a:solidFill>
                  <a:schemeClr val="dk1"/>
                </a:solidFill>
                <a:latin typeface="Inter"/>
                <a:ea typeface="Inter"/>
              </a:rPr>
              <a:t>Integration with payroll systems is crucial for automating salary calculations based on attendance. The attendance tracking system feeds data directly into payroll, eliminating errors and ensuring employees are compensated accurately for their work hours.</a:t>
            </a:r>
            <a:endParaRPr lang="fr-FR" sz="1400" b="0" strike="noStrike" spc="-1">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85000"/>
          </a:schemeClr>
        </a:solidFill>
        <a:effectLst/>
      </p:bgPr>
    </p:bg>
    <p:spTree>
      <p:nvGrpSpPr>
        <p:cNvPr id="1" name=""/>
        <p:cNvGrpSpPr/>
        <p:nvPr/>
      </p:nvGrpSpPr>
      <p:grpSpPr>
        <a:xfrm>
          <a:off x="0" y="0"/>
          <a:ext cx="0" cy="0"/>
          <a:chOff x="0" y="0"/>
          <a:chExt cx="0" cy="0"/>
        </a:xfrm>
      </p:grpSpPr>
      <p:pic>
        <p:nvPicPr>
          <p:cNvPr id="76" name="Google Shape;169;p32"/>
          <p:cNvPicPr/>
          <p:nvPr/>
        </p:nvPicPr>
        <p:blipFill>
          <a:blip r:embed="rId2"/>
          <a:srcRect t="12801" b="12807"/>
          <a:stretch/>
        </p:blipFill>
        <p:spPr>
          <a:xfrm>
            <a:off x="228960" y="612720"/>
            <a:ext cx="8686080" cy="4306320"/>
          </a:xfrm>
          <a:prstGeom prst="rect">
            <a:avLst/>
          </a:prstGeom>
          <a:ln w="0">
            <a:noFill/>
          </a:ln>
        </p:spPr>
      </p:pic>
      <p:sp>
        <p:nvSpPr>
          <p:cNvPr id="78" name="PlaceHolder 2"/>
          <p:cNvSpPr>
            <a:spLocks noGrp="1"/>
          </p:cNvSpPr>
          <p:nvPr>
            <p:ph type="title"/>
          </p:nvPr>
        </p:nvSpPr>
        <p:spPr>
          <a:xfrm>
            <a:off x="1104840" y="3267000"/>
            <a:ext cx="4581000" cy="1380600"/>
          </a:xfrm>
          <a:prstGeom prst="rect">
            <a:avLst/>
          </a:prstGeom>
          <a:noFill/>
          <a:ln w="0">
            <a:noFill/>
          </a:ln>
          <a:effectLst>
            <a:outerShdw blurRad="57240" dist="19080" dir="5400000" rotWithShape="0">
              <a:srgbClr val="000000">
                <a:alpha val="50000"/>
              </a:srgbClr>
            </a:outerShdw>
          </a:effectLst>
        </p:spPr>
        <p:txBody>
          <a:bodyPr lIns="91440" tIns="91440" rIns="91440" bIns="91440" anchor="t">
            <a:normAutofit/>
          </a:bodyPr>
          <a:lstStyle/>
          <a:p>
            <a:pPr indent="0">
              <a:lnSpc>
                <a:spcPct val="100000"/>
              </a:lnSpc>
              <a:buNone/>
              <a:tabLst>
                <a:tab pos="0" algn="l"/>
              </a:tabLst>
            </a:pPr>
            <a:r>
              <a:rPr lang="en" sz="4000" b="0" strike="noStrike" spc="-1">
                <a:solidFill>
                  <a:schemeClr val="lt1"/>
                </a:solidFill>
                <a:latin typeface="Fjalla One"/>
                <a:ea typeface="Fjalla One"/>
              </a:rPr>
              <a:t>Leave Management</a:t>
            </a:r>
            <a:endParaRPr lang="fr-FR" sz="4000" b="0" strike="noStrike" spc="-1">
              <a:solidFill>
                <a:schemeClr val="dk1"/>
              </a:solidFill>
              <a:latin typeface="Arial"/>
            </a:endParaRPr>
          </a:p>
        </p:txBody>
      </p:sp>
      <p:sp>
        <p:nvSpPr>
          <p:cNvPr id="79" name="PlaceHolder 3"/>
          <p:cNvSpPr>
            <a:spLocks noGrp="1"/>
          </p:cNvSpPr>
          <p:nvPr>
            <p:ph type="title"/>
          </p:nvPr>
        </p:nvSpPr>
        <p:spPr>
          <a:xfrm>
            <a:off x="447840" y="3267000"/>
            <a:ext cx="657000" cy="799920"/>
          </a:xfrm>
          <a:prstGeom prst="rect">
            <a:avLst/>
          </a:prstGeom>
          <a:noFill/>
          <a:ln w="0">
            <a:noFill/>
          </a:ln>
          <a:effectLst>
            <a:outerShdw blurRad="57240" dist="19080" dir="5400000" rotWithShape="0">
              <a:srgbClr val="000000">
                <a:alpha val="50000"/>
              </a:srgbClr>
            </a:outerShdw>
          </a:effectLst>
        </p:spPr>
        <p:txBody>
          <a:bodyPr lIns="91440" tIns="91440" rIns="91440" bIns="91440" anchor="t">
            <a:normAutofit fontScale="93507"/>
          </a:bodyPr>
          <a:lstStyle/>
          <a:p>
            <a:pPr indent="0" algn="ctr">
              <a:lnSpc>
                <a:spcPct val="100000"/>
              </a:lnSpc>
              <a:buNone/>
              <a:tabLst>
                <a:tab pos="0" algn="l"/>
              </a:tabLst>
            </a:pPr>
            <a:r>
              <a:rPr lang="en" sz="4000" b="0" strike="noStrike" spc="-1">
                <a:solidFill>
                  <a:schemeClr val="lt1"/>
                </a:solidFill>
                <a:latin typeface="Fjalla One"/>
                <a:ea typeface="Fjalla One"/>
              </a:rPr>
              <a:t>02</a:t>
            </a:r>
            <a:endParaRPr lang="fr-FR" sz="4000" b="0" strike="noStrike" spc="-1">
              <a:solidFill>
                <a:schemeClr val="dk1"/>
              </a:solidFill>
              <a:latin typeface="Arial"/>
            </a:endParaRPr>
          </a:p>
        </p:txBody>
      </p:sp>
      <p:cxnSp>
        <p:nvCxnSpPr>
          <p:cNvPr id="80" name="Google Shape;173;p32"/>
          <p:cNvCxnSpPr/>
          <p:nvPr/>
        </p:nvCxnSpPr>
        <p:spPr>
          <a:xfrm>
            <a:off x="598320" y="4034160"/>
            <a:ext cx="356040" cy="360"/>
          </a:xfrm>
          <a:prstGeom prst="straightConnector1">
            <a:avLst/>
          </a:prstGeom>
          <a:ln w="9525">
            <a:solidFill>
              <a:srgbClr val="FFFFFF"/>
            </a:solidFill>
            <a:roun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85000"/>
          </a:schemeClr>
        </a:solidFill>
        <a:effectLst/>
      </p:bgPr>
    </p:bg>
    <p:spTree>
      <p:nvGrpSpPr>
        <p:cNvPr id="1" name=""/>
        <p:cNvGrpSpPr/>
        <p:nvPr/>
      </p:nvGrpSpPr>
      <p:grpSpPr>
        <a:xfrm>
          <a:off x="0" y="0"/>
          <a:ext cx="0" cy="0"/>
          <a:chOff x="0" y="0"/>
          <a:chExt cx="0" cy="0"/>
        </a:xfrm>
      </p:grpSpPr>
      <p:pic>
        <p:nvPicPr>
          <p:cNvPr id="81" name="Google Shape;162;p31"/>
          <p:cNvPicPr/>
          <p:nvPr/>
        </p:nvPicPr>
        <p:blipFill>
          <a:blip r:embed="rId2"/>
          <a:srcRect t="3296" b="3296"/>
          <a:stretch/>
        </p:blipFill>
        <p:spPr>
          <a:xfrm>
            <a:off x="228600" y="228600"/>
            <a:ext cx="3346560" cy="4690440"/>
          </a:xfrm>
          <a:prstGeom prst="rect">
            <a:avLst/>
          </a:prstGeom>
          <a:ln w="0">
            <a:noFill/>
          </a:ln>
        </p:spPr>
      </p:pic>
      <p:sp>
        <p:nvSpPr>
          <p:cNvPr id="82" name="PlaceHolder 1"/>
          <p:cNvSpPr>
            <a:spLocks noGrp="1"/>
          </p:cNvSpPr>
          <p:nvPr>
            <p:ph type="title"/>
          </p:nvPr>
        </p:nvSpPr>
        <p:spPr>
          <a:xfrm>
            <a:off x="3914640" y="228600"/>
            <a:ext cx="5000400" cy="9903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2600" b="0" strike="noStrike" spc="-1">
                <a:solidFill>
                  <a:schemeClr val="dk1"/>
                </a:solidFill>
                <a:latin typeface="Fjalla One"/>
                <a:ea typeface="Fjalla One"/>
              </a:rPr>
              <a:t>Leave request process</a:t>
            </a:r>
            <a:endParaRPr lang="fr-FR" sz="2600" b="0" strike="noStrike" spc="-1">
              <a:solidFill>
                <a:schemeClr val="dk1"/>
              </a:solidFill>
              <a:latin typeface="Arial"/>
            </a:endParaRPr>
          </a:p>
        </p:txBody>
      </p:sp>
      <p:sp>
        <p:nvSpPr>
          <p:cNvPr id="83" name="PlaceHolder 2"/>
          <p:cNvSpPr>
            <a:spLocks noGrp="1"/>
          </p:cNvSpPr>
          <p:nvPr>
            <p:ph/>
          </p:nvPr>
        </p:nvSpPr>
        <p:spPr>
          <a:xfrm>
            <a:off x="3914640" y="1266840"/>
            <a:ext cx="5000400" cy="364788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400" b="0" strike="noStrike" spc="-1">
                <a:solidFill>
                  <a:schemeClr val="dk1"/>
                </a:solidFill>
                <a:latin typeface="Inter"/>
                <a:ea typeface="Inter"/>
              </a:rPr>
              <a:t>The leave request process within an employee management system allows employees to submit requests for leave through a simple online form. This system ensures clarity on available leave types, balances, and eligibility, streamlining the overall procedure.</a:t>
            </a:r>
            <a:endParaRPr lang="fr-FR" sz="1400" b="0" strike="noStrike" spc="-1">
              <a:solidFill>
                <a:srgbClr val="000000"/>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lumMod val="85000"/>
          </a:schemeClr>
        </a:solidFill>
        <a:effectLst/>
      </p:bgPr>
    </p:bg>
    <p:spTree>
      <p:nvGrpSpPr>
        <p:cNvPr id="1" name=""/>
        <p:cNvGrpSpPr/>
        <p:nvPr/>
      </p:nvGrpSpPr>
      <p:grpSpPr>
        <a:xfrm>
          <a:off x="0" y="0"/>
          <a:ext cx="0" cy="0"/>
          <a:chOff x="0" y="0"/>
          <a:chExt cx="0" cy="0"/>
        </a:xfrm>
      </p:grpSpPr>
      <p:sp>
        <p:nvSpPr>
          <p:cNvPr id="84" name="PlaceHolder 1"/>
          <p:cNvSpPr>
            <a:spLocks noGrp="1"/>
          </p:cNvSpPr>
          <p:nvPr>
            <p:ph type="title"/>
          </p:nvPr>
        </p:nvSpPr>
        <p:spPr>
          <a:xfrm>
            <a:off x="228600" y="228600"/>
            <a:ext cx="8457840" cy="69480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 sz="4000" b="0" strike="noStrike" spc="-1">
                <a:solidFill>
                  <a:schemeClr val="dk1"/>
                </a:solidFill>
                <a:latin typeface="Fjalla One"/>
                <a:ea typeface="Fjalla One"/>
              </a:rPr>
              <a:t>Approval workflow</a:t>
            </a:r>
            <a:endParaRPr lang="fr-FR" sz="4000" b="0" strike="noStrike" spc="-1">
              <a:solidFill>
                <a:schemeClr val="dk1"/>
              </a:solidFill>
              <a:latin typeface="Arial"/>
            </a:endParaRPr>
          </a:p>
        </p:txBody>
      </p:sp>
      <p:sp>
        <p:nvSpPr>
          <p:cNvPr id="85" name="PlaceHolder 2"/>
          <p:cNvSpPr>
            <a:spLocks noGrp="1"/>
          </p:cNvSpPr>
          <p:nvPr>
            <p:ph type="subTitle"/>
          </p:nvPr>
        </p:nvSpPr>
        <p:spPr>
          <a:xfrm>
            <a:off x="228600" y="1076400"/>
            <a:ext cx="8457840" cy="37335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400" b="0" strike="noStrike" spc="-1">
                <a:solidFill>
                  <a:schemeClr val="dk1"/>
                </a:solidFill>
                <a:latin typeface="Inter"/>
                <a:ea typeface="Inter"/>
              </a:rPr>
              <a:t>An efficient approval workflow is essential for leave management. The system routes requests to the appropriate managers for approval, maintaining transparency and accountability. Notifications remind both employees and managers about pending requests.</a:t>
            </a:r>
            <a:endParaRPr lang="en-US" sz="1400" b="0" strike="noStrike" spc="-1">
              <a:solidFill>
                <a:srgbClr val="000000"/>
              </a:solidFill>
              <a:latin typeface="OpenSymbo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lumMod val="85000"/>
          </a:schemeClr>
        </a:solidFill>
        <a:effectLst/>
      </p:bgPr>
    </p:bg>
    <p:spTree>
      <p:nvGrpSpPr>
        <p:cNvPr id="1" name=""/>
        <p:cNvGrpSpPr/>
        <p:nvPr/>
      </p:nvGrpSpPr>
      <p:grpSpPr>
        <a:xfrm>
          <a:off x="0" y="0"/>
          <a:ext cx="0" cy="0"/>
          <a:chOff x="0" y="0"/>
          <a:chExt cx="0" cy="0"/>
        </a:xfrm>
      </p:grpSpPr>
      <p:sp>
        <p:nvSpPr>
          <p:cNvPr id="86" name="PlaceHolder 1"/>
          <p:cNvSpPr>
            <a:spLocks noGrp="1"/>
          </p:cNvSpPr>
          <p:nvPr>
            <p:ph type="title"/>
          </p:nvPr>
        </p:nvSpPr>
        <p:spPr>
          <a:xfrm>
            <a:off x="228600" y="228600"/>
            <a:ext cx="8457840" cy="69480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 sz="4000" b="0" strike="noStrike" spc="-1">
                <a:solidFill>
                  <a:schemeClr val="dk1"/>
                </a:solidFill>
                <a:latin typeface="Fjalla One"/>
                <a:ea typeface="Fjalla One"/>
              </a:rPr>
              <a:t>Leave balance tracking</a:t>
            </a:r>
            <a:endParaRPr lang="fr-FR" sz="4000" b="0" strike="noStrike" spc="-1">
              <a:solidFill>
                <a:schemeClr val="dk1"/>
              </a:solidFill>
              <a:latin typeface="Arial"/>
            </a:endParaRPr>
          </a:p>
        </p:txBody>
      </p:sp>
      <p:sp>
        <p:nvSpPr>
          <p:cNvPr id="87" name="PlaceHolder 2"/>
          <p:cNvSpPr>
            <a:spLocks noGrp="1"/>
          </p:cNvSpPr>
          <p:nvPr>
            <p:ph type="subTitle"/>
          </p:nvPr>
        </p:nvSpPr>
        <p:spPr>
          <a:xfrm>
            <a:off x="228600" y="1076400"/>
            <a:ext cx="8457840" cy="37335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400" b="0" strike="noStrike" spc="-1">
                <a:solidFill>
                  <a:schemeClr val="dk1"/>
                </a:solidFill>
                <a:latin typeface="Inter"/>
                <a:ea typeface="Inter"/>
              </a:rPr>
              <a:t>Leave balance tracking is an essential feature that allows both employees and management to monitor the available leave days efficiently. The system calculates remaining leave days based on the leave taken, ensuring that employees do not exceed their allocated time off. This transparency fosters trust and encourages employees to plan their leaves effectively.</a:t>
            </a:r>
            <a:endParaRPr lang="en-US" sz="1400" b="0" strike="noStrike" spc="-1">
              <a:solidFill>
                <a:srgbClr val="000000"/>
              </a:solidFill>
              <a:latin typeface="OpenSymbo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lumMod val="85000"/>
          </a:schemeClr>
        </a:solidFill>
        <a:effectLst/>
      </p:bgPr>
    </p:bg>
    <p:spTree>
      <p:nvGrpSpPr>
        <p:cNvPr id="1" name=""/>
        <p:cNvGrpSpPr/>
        <p:nvPr/>
      </p:nvGrpSpPr>
      <p:grpSpPr>
        <a:xfrm>
          <a:off x="0" y="0"/>
          <a:ext cx="0" cy="0"/>
          <a:chOff x="0" y="0"/>
          <a:chExt cx="0" cy="0"/>
        </a:xfrm>
      </p:grpSpPr>
      <p:pic>
        <p:nvPicPr>
          <p:cNvPr id="88" name="Google Shape;169;p32"/>
          <p:cNvPicPr/>
          <p:nvPr/>
        </p:nvPicPr>
        <p:blipFill>
          <a:blip r:embed="rId2"/>
          <a:srcRect t="12801" b="12807"/>
          <a:stretch/>
        </p:blipFill>
        <p:spPr>
          <a:xfrm>
            <a:off x="228960" y="612720"/>
            <a:ext cx="8686080" cy="4306320"/>
          </a:xfrm>
          <a:prstGeom prst="rect">
            <a:avLst/>
          </a:prstGeom>
          <a:ln w="0">
            <a:noFill/>
          </a:ln>
        </p:spPr>
      </p:pic>
      <p:sp>
        <p:nvSpPr>
          <p:cNvPr id="90" name="PlaceHolder 2"/>
          <p:cNvSpPr>
            <a:spLocks noGrp="1"/>
          </p:cNvSpPr>
          <p:nvPr>
            <p:ph type="title"/>
          </p:nvPr>
        </p:nvSpPr>
        <p:spPr>
          <a:xfrm>
            <a:off x="1104840" y="3267000"/>
            <a:ext cx="4581000" cy="1380600"/>
          </a:xfrm>
          <a:prstGeom prst="rect">
            <a:avLst/>
          </a:prstGeom>
          <a:noFill/>
          <a:ln w="0">
            <a:noFill/>
          </a:ln>
          <a:effectLst>
            <a:outerShdw blurRad="57240" dist="19080" dir="5400000" rotWithShape="0">
              <a:srgbClr val="000000">
                <a:alpha val="50000"/>
              </a:srgbClr>
            </a:outerShdw>
          </a:effectLst>
        </p:spPr>
        <p:txBody>
          <a:bodyPr lIns="91440" tIns="91440" rIns="91440" bIns="91440" anchor="t">
            <a:normAutofit/>
          </a:bodyPr>
          <a:lstStyle/>
          <a:p>
            <a:pPr indent="0">
              <a:lnSpc>
                <a:spcPct val="100000"/>
              </a:lnSpc>
              <a:buNone/>
              <a:tabLst>
                <a:tab pos="0" algn="l"/>
              </a:tabLst>
            </a:pPr>
            <a:r>
              <a:rPr lang="en" sz="4000" b="0" strike="noStrike" spc="-1">
                <a:solidFill>
                  <a:schemeClr val="lt1"/>
                </a:solidFill>
                <a:latin typeface="Fjalla One"/>
                <a:ea typeface="Fjalla One"/>
              </a:rPr>
              <a:t>Employee Directory</a:t>
            </a:r>
            <a:endParaRPr lang="fr-FR" sz="4000" b="0" strike="noStrike" spc="-1">
              <a:solidFill>
                <a:schemeClr val="dk1"/>
              </a:solidFill>
              <a:latin typeface="Arial"/>
            </a:endParaRPr>
          </a:p>
        </p:txBody>
      </p:sp>
      <p:sp>
        <p:nvSpPr>
          <p:cNvPr id="91" name="PlaceHolder 3"/>
          <p:cNvSpPr>
            <a:spLocks noGrp="1"/>
          </p:cNvSpPr>
          <p:nvPr>
            <p:ph type="title"/>
          </p:nvPr>
        </p:nvSpPr>
        <p:spPr>
          <a:xfrm>
            <a:off x="447840" y="3267000"/>
            <a:ext cx="657000" cy="799920"/>
          </a:xfrm>
          <a:prstGeom prst="rect">
            <a:avLst/>
          </a:prstGeom>
          <a:noFill/>
          <a:ln w="0">
            <a:noFill/>
          </a:ln>
          <a:effectLst>
            <a:outerShdw blurRad="57240" dist="19080" dir="5400000" rotWithShape="0">
              <a:srgbClr val="000000">
                <a:alpha val="50000"/>
              </a:srgbClr>
            </a:outerShdw>
          </a:effectLst>
        </p:spPr>
        <p:txBody>
          <a:bodyPr lIns="91440" tIns="91440" rIns="91440" bIns="91440" anchor="t">
            <a:normAutofit fontScale="90000"/>
          </a:bodyPr>
          <a:lstStyle/>
          <a:p>
            <a:pPr indent="0" algn="ctr">
              <a:lnSpc>
                <a:spcPct val="100000"/>
              </a:lnSpc>
              <a:buNone/>
              <a:tabLst>
                <a:tab pos="0" algn="l"/>
              </a:tabLst>
            </a:pPr>
            <a:r>
              <a:rPr lang="en" sz="4000" b="0" strike="noStrike" spc="-1">
                <a:solidFill>
                  <a:schemeClr val="lt1"/>
                </a:solidFill>
                <a:latin typeface="Fjalla One"/>
                <a:ea typeface="Fjalla One"/>
              </a:rPr>
              <a:t>03</a:t>
            </a:r>
            <a:endParaRPr lang="fr-FR" sz="4000" b="0" strike="noStrike" spc="-1">
              <a:solidFill>
                <a:schemeClr val="dk1"/>
              </a:solidFill>
              <a:latin typeface="Arial"/>
            </a:endParaRPr>
          </a:p>
        </p:txBody>
      </p:sp>
      <p:cxnSp>
        <p:nvCxnSpPr>
          <p:cNvPr id="92" name="Google Shape;173;p32"/>
          <p:cNvCxnSpPr/>
          <p:nvPr/>
        </p:nvCxnSpPr>
        <p:spPr>
          <a:xfrm>
            <a:off x="598320" y="4034160"/>
            <a:ext cx="356040" cy="360"/>
          </a:xfrm>
          <a:prstGeom prst="straightConnector1">
            <a:avLst/>
          </a:prstGeom>
          <a:ln w="9525">
            <a:solidFill>
              <a:srgbClr val="FFFFFF"/>
            </a:solidFill>
            <a:round/>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lumMod val="85000"/>
          </a:schemeClr>
        </a:solidFill>
        <a:effectLst/>
      </p:bgPr>
    </p:bg>
    <p:spTree>
      <p:nvGrpSpPr>
        <p:cNvPr id="1" name=""/>
        <p:cNvGrpSpPr/>
        <p:nvPr/>
      </p:nvGrpSpPr>
      <p:grpSpPr>
        <a:xfrm>
          <a:off x="0" y="0"/>
          <a:ext cx="0" cy="0"/>
          <a:chOff x="0" y="0"/>
          <a:chExt cx="0" cy="0"/>
        </a:xfrm>
      </p:grpSpPr>
      <p:pic>
        <p:nvPicPr>
          <p:cNvPr id="93" name="Google Shape;162;p31"/>
          <p:cNvPicPr/>
          <p:nvPr/>
        </p:nvPicPr>
        <p:blipFill>
          <a:blip r:embed="rId2"/>
          <a:srcRect t="3296" b="3296"/>
          <a:stretch/>
        </p:blipFill>
        <p:spPr>
          <a:xfrm>
            <a:off x="228600" y="228600"/>
            <a:ext cx="3346560" cy="4690440"/>
          </a:xfrm>
          <a:prstGeom prst="rect">
            <a:avLst/>
          </a:prstGeom>
          <a:ln w="0">
            <a:noFill/>
          </a:ln>
        </p:spPr>
      </p:pic>
      <p:sp>
        <p:nvSpPr>
          <p:cNvPr id="94" name="PlaceHolder 1"/>
          <p:cNvSpPr>
            <a:spLocks noGrp="1"/>
          </p:cNvSpPr>
          <p:nvPr>
            <p:ph type="title"/>
          </p:nvPr>
        </p:nvSpPr>
        <p:spPr>
          <a:xfrm>
            <a:off x="3914640" y="228600"/>
            <a:ext cx="5000400" cy="9903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2600" b="0" strike="noStrike" spc="-1">
                <a:solidFill>
                  <a:schemeClr val="dk1"/>
                </a:solidFill>
                <a:latin typeface="Fjalla One"/>
                <a:ea typeface="Fjalla One"/>
              </a:rPr>
              <a:t>Profile management</a:t>
            </a:r>
            <a:endParaRPr lang="fr-FR" sz="2600" b="0" strike="noStrike" spc="-1">
              <a:solidFill>
                <a:schemeClr val="dk1"/>
              </a:solidFill>
              <a:latin typeface="Arial"/>
            </a:endParaRPr>
          </a:p>
        </p:txBody>
      </p:sp>
      <p:sp>
        <p:nvSpPr>
          <p:cNvPr id="95" name="PlaceHolder 2"/>
          <p:cNvSpPr>
            <a:spLocks noGrp="1"/>
          </p:cNvSpPr>
          <p:nvPr>
            <p:ph/>
          </p:nvPr>
        </p:nvSpPr>
        <p:spPr>
          <a:xfrm>
            <a:off x="3914640" y="1266840"/>
            <a:ext cx="5000400" cy="364788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400" b="0" strike="noStrike" spc="-1">
                <a:solidFill>
                  <a:schemeClr val="dk1"/>
                </a:solidFill>
                <a:latin typeface="Inter"/>
                <a:ea typeface="Inter"/>
              </a:rPr>
              <a:t>Profile management within the employee directory provides a comprehensive overview of each employee’s information, including their roles, qualifications, and employment history. Keeping this information up-to-date is vital for organizational efficiency and helps team members connect with each other.</a:t>
            </a:r>
            <a:endParaRPr lang="fr-FR" sz="1400" b="0" strike="noStrike" spc="-1">
              <a:solidFill>
                <a:srgbClr val="000000"/>
              </a:solidFill>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lumMod val="85000"/>
          </a:schemeClr>
        </a:solidFill>
        <a:effectLst/>
      </p:bgPr>
    </p:bg>
    <p:spTree>
      <p:nvGrpSpPr>
        <p:cNvPr id="1" name=""/>
        <p:cNvGrpSpPr/>
        <p:nvPr/>
      </p:nvGrpSpPr>
      <p:grpSpPr>
        <a:xfrm>
          <a:off x="0" y="0"/>
          <a:ext cx="0" cy="0"/>
          <a:chOff x="0" y="0"/>
          <a:chExt cx="0" cy="0"/>
        </a:xfrm>
      </p:grpSpPr>
      <p:sp>
        <p:nvSpPr>
          <p:cNvPr id="96" name="PlaceHolder 1"/>
          <p:cNvSpPr>
            <a:spLocks noGrp="1"/>
          </p:cNvSpPr>
          <p:nvPr>
            <p:ph type="title"/>
          </p:nvPr>
        </p:nvSpPr>
        <p:spPr>
          <a:xfrm>
            <a:off x="228600" y="228600"/>
            <a:ext cx="8457840" cy="69480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 sz="4000" b="0" strike="noStrike" spc="-1">
                <a:solidFill>
                  <a:schemeClr val="dk1"/>
                </a:solidFill>
                <a:latin typeface="Fjalla One"/>
                <a:ea typeface="Fjalla One"/>
              </a:rPr>
              <a:t>Departmental organization</a:t>
            </a:r>
            <a:endParaRPr lang="fr-FR" sz="4000" b="0" strike="noStrike" spc="-1">
              <a:solidFill>
                <a:schemeClr val="dk1"/>
              </a:solidFill>
              <a:latin typeface="Arial"/>
            </a:endParaRPr>
          </a:p>
        </p:txBody>
      </p:sp>
      <p:sp>
        <p:nvSpPr>
          <p:cNvPr id="97" name="PlaceHolder 2"/>
          <p:cNvSpPr>
            <a:spLocks noGrp="1"/>
          </p:cNvSpPr>
          <p:nvPr>
            <p:ph type="subTitle"/>
          </p:nvPr>
        </p:nvSpPr>
        <p:spPr>
          <a:xfrm>
            <a:off x="228600" y="1076400"/>
            <a:ext cx="8457840" cy="37335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400" b="0" strike="noStrike" spc="-1">
                <a:solidFill>
                  <a:schemeClr val="dk1"/>
                </a:solidFill>
                <a:latin typeface="Inter"/>
                <a:ea typeface="Inter"/>
              </a:rPr>
              <a:t>The employee directory organizes individuals by departments, facilitating easier navigation and communication. This structure supports better collaboration across teams and departments, enabling employees to find and reach out to colleagues who may assist them with specific tasks or projects.</a:t>
            </a:r>
            <a:endParaRPr lang="en-US" sz="1400" b="0" strike="noStrike" spc="-1">
              <a:solidFill>
                <a:srgbClr val="000000"/>
              </a:solidFill>
              <a:latin typeface="OpenSymbo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lumMod val="85000"/>
          </a:schemeClr>
        </a:solidFill>
        <a:effectLst/>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228600" y="228600"/>
            <a:ext cx="8457840" cy="69480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 sz="4000" b="0" strike="noStrike" spc="-1">
                <a:solidFill>
                  <a:schemeClr val="dk1"/>
                </a:solidFill>
                <a:latin typeface="Fjalla One"/>
                <a:ea typeface="Fjalla One"/>
              </a:rPr>
              <a:t>Contact information access</a:t>
            </a:r>
            <a:endParaRPr lang="fr-FR" sz="4000" b="0" strike="noStrike" spc="-1">
              <a:solidFill>
                <a:schemeClr val="dk1"/>
              </a:solidFill>
              <a:latin typeface="Arial"/>
            </a:endParaRPr>
          </a:p>
        </p:txBody>
      </p:sp>
      <p:sp>
        <p:nvSpPr>
          <p:cNvPr id="99" name="PlaceHolder 2"/>
          <p:cNvSpPr>
            <a:spLocks noGrp="1"/>
          </p:cNvSpPr>
          <p:nvPr>
            <p:ph type="subTitle"/>
          </p:nvPr>
        </p:nvSpPr>
        <p:spPr>
          <a:xfrm>
            <a:off x="228600" y="1076400"/>
            <a:ext cx="8457840" cy="37335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400" b="0" strike="noStrike" spc="-1">
                <a:solidFill>
                  <a:schemeClr val="dk1"/>
                </a:solidFill>
                <a:latin typeface="Inter"/>
                <a:ea typeface="Inter"/>
              </a:rPr>
              <a:t>Having easy access to contact information is crucial in any organization. The employee directory serves as a centralized hub where employees can quickly find phone numbers, email addresses, and office locations, enhancing internal communication and operational efficiency.</a:t>
            </a:r>
            <a:endParaRPr lang="en-US" sz="1400" b="0" strike="noStrike" spc="-1">
              <a:solidFill>
                <a:srgbClr val="000000"/>
              </a:solidFill>
              <a:latin typeface="OpenSymbo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 name="Google Shape;169;p32"/>
          <p:cNvPicPr/>
          <p:nvPr/>
        </p:nvPicPr>
        <p:blipFill>
          <a:blip r:embed="rId2"/>
          <a:srcRect t="12801" b="12807"/>
          <a:stretch/>
        </p:blipFill>
        <p:spPr>
          <a:xfrm>
            <a:off x="228960" y="612720"/>
            <a:ext cx="8686080" cy="4306320"/>
          </a:xfrm>
          <a:prstGeom prst="rect">
            <a:avLst/>
          </a:prstGeom>
          <a:ln w="0">
            <a:noFill/>
          </a:ln>
        </p:spPr>
      </p:pic>
      <p:sp>
        <p:nvSpPr>
          <p:cNvPr id="102" name="PlaceHolder 2"/>
          <p:cNvSpPr>
            <a:spLocks noGrp="1"/>
          </p:cNvSpPr>
          <p:nvPr>
            <p:ph type="title"/>
          </p:nvPr>
        </p:nvSpPr>
        <p:spPr>
          <a:xfrm>
            <a:off x="1104840" y="3267000"/>
            <a:ext cx="4581000" cy="1380600"/>
          </a:xfrm>
          <a:prstGeom prst="rect">
            <a:avLst/>
          </a:prstGeom>
          <a:noFill/>
          <a:ln w="0">
            <a:noFill/>
          </a:ln>
          <a:effectLst>
            <a:outerShdw blurRad="57240" dist="19080" dir="5400000" rotWithShape="0">
              <a:srgbClr val="000000">
                <a:alpha val="50000"/>
              </a:srgbClr>
            </a:outerShdw>
          </a:effectLst>
        </p:spPr>
        <p:txBody>
          <a:bodyPr lIns="91440" tIns="91440" rIns="91440" bIns="91440" anchor="t">
            <a:normAutofit/>
          </a:bodyPr>
          <a:lstStyle/>
          <a:p>
            <a:pPr indent="0">
              <a:lnSpc>
                <a:spcPct val="100000"/>
              </a:lnSpc>
              <a:buNone/>
              <a:tabLst>
                <a:tab pos="0" algn="l"/>
              </a:tabLst>
            </a:pPr>
            <a:r>
              <a:rPr lang="en" sz="4000" b="0" strike="noStrike" spc="-1">
                <a:solidFill>
                  <a:schemeClr val="lt1"/>
                </a:solidFill>
                <a:latin typeface="Fjalla One"/>
                <a:ea typeface="Fjalla One"/>
              </a:rPr>
              <a:t>Salary Management</a:t>
            </a:r>
            <a:endParaRPr lang="fr-FR" sz="4000" b="0" strike="noStrike" spc="-1">
              <a:solidFill>
                <a:schemeClr val="dk1"/>
              </a:solidFill>
              <a:latin typeface="Arial"/>
            </a:endParaRPr>
          </a:p>
        </p:txBody>
      </p:sp>
      <p:sp>
        <p:nvSpPr>
          <p:cNvPr id="103" name="PlaceHolder 3"/>
          <p:cNvSpPr>
            <a:spLocks noGrp="1"/>
          </p:cNvSpPr>
          <p:nvPr>
            <p:ph type="title"/>
          </p:nvPr>
        </p:nvSpPr>
        <p:spPr>
          <a:xfrm>
            <a:off x="447840" y="3267000"/>
            <a:ext cx="657000" cy="799920"/>
          </a:xfrm>
          <a:prstGeom prst="rect">
            <a:avLst/>
          </a:prstGeom>
          <a:noFill/>
          <a:ln w="0">
            <a:noFill/>
          </a:ln>
          <a:effectLst>
            <a:outerShdw blurRad="57240" dist="19080" dir="5400000" rotWithShape="0">
              <a:srgbClr val="000000">
                <a:alpha val="50000"/>
              </a:srgbClr>
            </a:outerShdw>
          </a:effectLst>
        </p:spPr>
        <p:txBody>
          <a:bodyPr lIns="91440" tIns="91440" rIns="91440" bIns="91440" anchor="t">
            <a:normAutofit fontScale="90000"/>
          </a:bodyPr>
          <a:lstStyle/>
          <a:p>
            <a:pPr indent="0" algn="ctr">
              <a:lnSpc>
                <a:spcPct val="100000"/>
              </a:lnSpc>
              <a:buNone/>
              <a:tabLst>
                <a:tab pos="0" algn="l"/>
              </a:tabLst>
            </a:pPr>
            <a:r>
              <a:rPr lang="en" sz="4000" b="0" strike="noStrike" spc="-1">
                <a:solidFill>
                  <a:schemeClr val="lt1"/>
                </a:solidFill>
                <a:latin typeface="Fjalla One"/>
                <a:ea typeface="Fjalla One"/>
              </a:rPr>
              <a:t>04</a:t>
            </a:r>
            <a:endParaRPr lang="fr-FR" sz="4000" b="0" strike="noStrike" spc="-1">
              <a:solidFill>
                <a:schemeClr val="dk1"/>
              </a:solidFill>
              <a:latin typeface="Arial"/>
            </a:endParaRPr>
          </a:p>
        </p:txBody>
      </p:sp>
      <p:cxnSp>
        <p:nvCxnSpPr>
          <p:cNvPr id="104" name="Google Shape;173;p32"/>
          <p:cNvCxnSpPr/>
          <p:nvPr/>
        </p:nvCxnSpPr>
        <p:spPr>
          <a:xfrm>
            <a:off x="598320" y="4034160"/>
            <a:ext cx="356040" cy="360"/>
          </a:xfrm>
          <a:prstGeom prst="straightConnector1">
            <a:avLst/>
          </a:prstGeom>
          <a:ln w="9525">
            <a:solidFill>
              <a:srgbClr val="FFFFFF"/>
            </a:solidFill>
            <a:round/>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lumMod val="85000"/>
          </a:schemeClr>
        </a:solidFill>
        <a:effectLst/>
      </p:bgPr>
    </p:bg>
    <p:spTree>
      <p:nvGrpSpPr>
        <p:cNvPr id="1" name=""/>
        <p:cNvGrpSpPr/>
        <p:nvPr/>
      </p:nvGrpSpPr>
      <p:grpSpPr>
        <a:xfrm>
          <a:off x="0" y="0"/>
          <a:ext cx="0" cy="0"/>
          <a:chOff x="0" y="0"/>
          <a:chExt cx="0" cy="0"/>
        </a:xfrm>
      </p:grpSpPr>
      <p:sp>
        <p:nvSpPr>
          <p:cNvPr id="105" name="PlaceHolder 1"/>
          <p:cNvSpPr>
            <a:spLocks noGrp="1"/>
          </p:cNvSpPr>
          <p:nvPr>
            <p:ph type="title"/>
          </p:nvPr>
        </p:nvSpPr>
        <p:spPr>
          <a:xfrm>
            <a:off x="228600" y="228600"/>
            <a:ext cx="8457840" cy="69480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 sz="4000" b="0" strike="noStrike" spc="-1">
                <a:solidFill>
                  <a:schemeClr val="dk1"/>
                </a:solidFill>
                <a:latin typeface="Fjalla One"/>
                <a:ea typeface="Fjalla One"/>
              </a:rPr>
              <a:t>Salary calculation methods</a:t>
            </a:r>
            <a:endParaRPr lang="fr-FR" sz="4000" b="0" strike="noStrike" spc="-1">
              <a:solidFill>
                <a:schemeClr val="dk1"/>
              </a:solidFill>
              <a:latin typeface="Arial"/>
            </a:endParaRPr>
          </a:p>
        </p:txBody>
      </p:sp>
      <p:sp>
        <p:nvSpPr>
          <p:cNvPr id="106" name="PlaceHolder 2"/>
          <p:cNvSpPr>
            <a:spLocks noGrp="1"/>
          </p:cNvSpPr>
          <p:nvPr>
            <p:ph type="subTitle"/>
          </p:nvPr>
        </p:nvSpPr>
        <p:spPr>
          <a:xfrm>
            <a:off x="228600" y="1076400"/>
            <a:ext cx="8457840" cy="37335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400" b="0" strike="noStrike" spc="-1">
                <a:solidFill>
                  <a:schemeClr val="dk1"/>
                </a:solidFill>
                <a:latin typeface="Inter"/>
                <a:ea typeface="Inter"/>
              </a:rPr>
              <a:t>Salary calculation methods are vital for ensuring fair compensation. The management system can support various calculation methods, such as fixed salaries, hourly wages, or performance-based pay, allowing organizations to implement strategies that best fit their operational goals.</a:t>
            </a:r>
            <a:endParaRPr lang="en-US" sz="1400" b="0" strike="noStrike" spc="-1">
              <a:solidFill>
                <a:srgbClr val="000000"/>
              </a:solidFill>
              <a:latin typeface="OpenSymbo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lumMod val="85000"/>
          </a:schemeClr>
        </a:solidFill>
        <a:effectLst/>
      </p:bgPr>
    </p:bg>
    <p:spTree>
      <p:nvGrpSpPr>
        <p:cNvPr id="1" name=""/>
        <p:cNvGrpSpPr/>
        <p:nvPr/>
      </p:nvGrpSpPr>
      <p:grpSpPr>
        <a:xfrm>
          <a:off x="0" y="0"/>
          <a:ext cx="0" cy="0"/>
          <a:chOff x="0" y="0"/>
          <a:chExt cx="0" cy="0"/>
        </a:xfrm>
      </p:grpSpPr>
      <p:sp>
        <p:nvSpPr>
          <p:cNvPr id="107" name="PlaceHolder 1"/>
          <p:cNvSpPr>
            <a:spLocks noGrp="1"/>
          </p:cNvSpPr>
          <p:nvPr>
            <p:ph type="title"/>
          </p:nvPr>
        </p:nvSpPr>
        <p:spPr>
          <a:xfrm>
            <a:off x="228600" y="228600"/>
            <a:ext cx="8457840" cy="69480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 sz="4000" b="0" strike="noStrike" spc="-1">
                <a:solidFill>
                  <a:schemeClr val="dk1"/>
                </a:solidFill>
                <a:latin typeface="Fjalla One"/>
                <a:ea typeface="Fjalla One"/>
              </a:rPr>
              <a:t>Payroll processing</a:t>
            </a:r>
            <a:endParaRPr lang="fr-FR" sz="4000" b="0" strike="noStrike" spc="-1">
              <a:solidFill>
                <a:schemeClr val="dk1"/>
              </a:solidFill>
              <a:latin typeface="Arial"/>
            </a:endParaRPr>
          </a:p>
        </p:txBody>
      </p:sp>
      <p:sp>
        <p:nvSpPr>
          <p:cNvPr id="108" name="PlaceHolder 2"/>
          <p:cNvSpPr>
            <a:spLocks noGrp="1"/>
          </p:cNvSpPr>
          <p:nvPr>
            <p:ph type="subTitle"/>
          </p:nvPr>
        </p:nvSpPr>
        <p:spPr>
          <a:xfrm>
            <a:off x="228600" y="1076400"/>
            <a:ext cx="8457840" cy="37335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400" b="0" strike="noStrike" spc="-1">
                <a:solidFill>
                  <a:schemeClr val="dk1"/>
                </a:solidFill>
                <a:latin typeface="Inter"/>
                <a:ea typeface="Inter"/>
              </a:rPr>
              <a:t>Streamlined payroll processing ensures that employees are paid accurately and on time. Automating payroll through the management system reduces errors and administrative burdens, providing peace of mind to employees while maintaining compliance with relevant labor laws.</a:t>
            </a:r>
            <a:endParaRPr lang="en-US" sz="1400" b="0" strike="noStrike" spc="-1">
              <a:solidFill>
                <a:srgbClr val="000000"/>
              </a:solidFill>
              <a:latin typeface="OpenSymbo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lumMod val="85000"/>
          </a:schemeClr>
        </a:solidFill>
        <a:effectLst/>
      </p:bgPr>
    </p:bg>
    <p:spTree>
      <p:nvGrpSpPr>
        <p:cNvPr id="1" name=""/>
        <p:cNvGrpSpPr/>
        <p:nvPr/>
      </p:nvGrpSpPr>
      <p:grpSpPr>
        <a:xfrm>
          <a:off x="0" y="0"/>
          <a:ext cx="0" cy="0"/>
          <a:chOff x="0" y="0"/>
          <a:chExt cx="0" cy="0"/>
        </a:xfrm>
      </p:grpSpPr>
      <p:pic>
        <p:nvPicPr>
          <p:cNvPr id="109" name="Google Shape;162;p31"/>
          <p:cNvPicPr/>
          <p:nvPr/>
        </p:nvPicPr>
        <p:blipFill>
          <a:blip r:embed="rId2"/>
          <a:srcRect t="3296" b="3296"/>
          <a:stretch/>
        </p:blipFill>
        <p:spPr>
          <a:xfrm>
            <a:off x="228600" y="228600"/>
            <a:ext cx="3346560" cy="4690440"/>
          </a:xfrm>
          <a:prstGeom prst="rect">
            <a:avLst/>
          </a:prstGeom>
          <a:ln w="0">
            <a:noFill/>
          </a:ln>
        </p:spPr>
      </p:pic>
      <p:sp>
        <p:nvSpPr>
          <p:cNvPr id="110" name="PlaceHolder 1"/>
          <p:cNvSpPr>
            <a:spLocks noGrp="1"/>
          </p:cNvSpPr>
          <p:nvPr>
            <p:ph type="title"/>
          </p:nvPr>
        </p:nvSpPr>
        <p:spPr>
          <a:xfrm>
            <a:off x="3914640" y="228600"/>
            <a:ext cx="5000400" cy="9903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2600" b="0" strike="noStrike" spc="-1">
                <a:solidFill>
                  <a:schemeClr val="dk1"/>
                </a:solidFill>
                <a:latin typeface="Fjalla One"/>
                <a:ea typeface="Fjalla One"/>
              </a:rPr>
              <a:t>Incentives and bonuses</a:t>
            </a:r>
            <a:endParaRPr lang="fr-FR" sz="2600" b="0" strike="noStrike" spc="-1">
              <a:solidFill>
                <a:schemeClr val="dk1"/>
              </a:solidFill>
              <a:latin typeface="Arial"/>
            </a:endParaRPr>
          </a:p>
        </p:txBody>
      </p:sp>
      <p:sp>
        <p:nvSpPr>
          <p:cNvPr id="111" name="PlaceHolder 2"/>
          <p:cNvSpPr>
            <a:spLocks noGrp="1"/>
          </p:cNvSpPr>
          <p:nvPr>
            <p:ph/>
          </p:nvPr>
        </p:nvSpPr>
        <p:spPr>
          <a:xfrm>
            <a:off x="3914640" y="1266840"/>
            <a:ext cx="5000400" cy="364788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400" b="0" strike="noStrike" spc="-1">
                <a:solidFill>
                  <a:schemeClr val="dk1"/>
                </a:solidFill>
                <a:latin typeface="Inter"/>
                <a:ea typeface="Inter"/>
              </a:rPr>
              <a:t>Incentives and bonuses play a significant role in employee motivation. The salary management system can track performance metrics and automate calculations for bonuses, ensuring that employees are rewarded fairly for their contributions while clearly aligning rewards with company objectives.</a:t>
            </a:r>
            <a:endParaRPr lang="fr-FR" sz="1400" b="0" strike="noStrike" spc="-1">
              <a:solidFill>
                <a:srgbClr val="000000"/>
              </a:solidFill>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lumMod val="85000"/>
          </a:schemeClr>
        </a:solidFill>
        <a:effectLst/>
      </p:bgPr>
    </p:bg>
    <p:spTree>
      <p:nvGrpSpPr>
        <p:cNvPr id="1" name=""/>
        <p:cNvGrpSpPr/>
        <p:nvPr/>
      </p:nvGrpSpPr>
      <p:grpSpPr>
        <a:xfrm>
          <a:off x="0" y="0"/>
          <a:ext cx="0" cy="0"/>
          <a:chOff x="0" y="0"/>
          <a:chExt cx="0" cy="0"/>
        </a:xfrm>
      </p:grpSpPr>
      <p:pic>
        <p:nvPicPr>
          <p:cNvPr id="112" name="Google Shape;162;p31"/>
          <p:cNvPicPr/>
          <p:nvPr/>
        </p:nvPicPr>
        <p:blipFill>
          <a:blip r:embed="rId2"/>
          <a:srcRect t="3296" b="3296"/>
          <a:stretch/>
        </p:blipFill>
        <p:spPr>
          <a:xfrm>
            <a:off x="228600" y="228600"/>
            <a:ext cx="3346560" cy="4690440"/>
          </a:xfrm>
          <a:prstGeom prst="rect">
            <a:avLst/>
          </a:prstGeom>
          <a:ln w="0">
            <a:noFill/>
          </a:ln>
        </p:spPr>
      </p:pic>
      <p:sp>
        <p:nvSpPr>
          <p:cNvPr id="113" name="PlaceHolder 1"/>
          <p:cNvSpPr>
            <a:spLocks noGrp="1"/>
          </p:cNvSpPr>
          <p:nvPr>
            <p:ph type="title"/>
          </p:nvPr>
        </p:nvSpPr>
        <p:spPr>
          <a:xfrm>
            <a:off x="3914640" y="228600"/>
            <a:ext cx="5000400" cy="9903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2600" b="0" strike="noStrike" spc="-1">
                <a:solidFill>
                  <a:schemeClr val="dk1"/>
                </a:solidFill>
                <a:latin typeface="Fjalla One"/>
                <a:ea typeface="Fjalla One"/>
              </a:rPr>
              <a:t>Conclusions</a:t>
            </a:r>
            <a:endParaRPr lang="fr-FR" sz="2600" b="0" strike="noStrike" spc="-1">
              <a:solidFill>
                <a:schemeClr val="dk1"/>
              </a:solidFill>
              <a:latin typeface="Arial"/>
            </a:endParaRPr>
          </a:p>
        </p:txBody>
      </p:sp>
      <p:sp>
        <p:nvSpPr>
          <p:cNvPr id="114" name="PlaceHolder 2"/>
          <p:cNvSpPr>
            <a:spLocks noGrp="1"/>
          </p:cNvSpPr>
          <p:nvPr>
            <p:ph/>
          </p:nvPr>
        </p:nvSpPr>
        <p:spPr>
          <a:xfrm>
            <a:off x="3914640" y="1266840"/>
            <a:ext cx="5000400" cy="364788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400" b="0" strike="noStrike" spc="-1">
                <a:solidFill>
                  <a:schemeClr val="dk1"/>
                </a:solidFill>
                <a:latin typeface="Inter"/>
                <a:ea typeface="Inter"/>
              </a:rPr>
              <a:t>In conclusion, an effective employee management system that encompasses attendance tracking, leave management, employee directory, and salary management is essential for optimizing workforce efficiency. By enhancing communication, promoting transparency, and ensuring fair compensation, organizations can cultivate a motivated and engaged workforce.</a:t>
            </a:r>
            <a:endParaRPr lang="fr-FR" sz="1400" b="0" strike="noStrike" spc="-1">
              <a:solidFill>
                <a:srgbClr val="000000"/>
              </a:solidFill>
              <a:latin typeface="Arial"/>
            </a:endParaRPr>
          </a:p>
        </p:txBody>
      </p:sp>
    </p:spTree>
  </p:cSld>
  <p:clrMapOvr>
    <a:masterClrMapping/>
  </p:clrMapOvr>
</p:sld>
</file>

<file path=ppt/theme/theme1.xml><?xml version="1.0" encoding="utf-8"?>
<a:theme xmlns:a="http://schemas.openxmlformats.org/drawingml/2006/main" name="Online Newspaper by Slidesgo">
  <a:themeElements>
    <a:clrScheme name="Simple Light">
      <a:dk1>
        <a:srgbClr val="000000"/>
      </a:dk1>
      <a:lt1>
        <a:srgbClr val="FFFFFF"/>
      </a:lt1>
      <a:dk2>
        <a:srgbClr val="E41F1F"/>
      </a:dk2>
      <a:lt2>
        <a:srgbClr val="FFFFFF"/>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nline Newspaper by Slidesgo">
  <a:themeElements>
    <a:clrScheme name="Simple Light">
      <a:dk1>
        <a:srgbClr val="000000"/>
      </a:dk1>
      <a:lt1>
        <a:srgbClr val="FFFFFF"/>
      </a:lt1>
      <a:dk2>
        <a:srgbClr val="E41F1F"/>
      </a:dk2>
      <a:lt2>
        <a:srgbClr val="FFFFFF"/>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Online Newspaper by Slidesgo">
  <a:themeElements>
    <a:clrScheme name="Simple Light">
      <a:dk1>
        <a:srgbClr val="000000"/>
      </a:dk1>
      <a:lt1>
        <a:srgbClr val="FFFFFF"/>
      </a:lt1>
      <a:dk2>
        <a:srgbClr val="E41F1F"/>
      </a:dk2>
      <a:lt2>
        <a:srgbClr val="FFFFFF"/>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Online Newspaper by Slidesgo">
  <a:themeElements>
    <a:clrScheme name="Simple Light">
      <a:dk1>
        <a:srgbClr val="000000"/>
      </a:dk1>
      <a:lt1>
        <a:srgbClr val="FFFFFF"/>
      </a:lt1>
      <a:dk2>
        <a:srgbClr val="E41F1F"/>
      </a:dk2>
      <a:lt2>
        <a:srgbClr val="FFFFFF"/>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TotalTime>
  <Words>677</Words>
  <Application>Microsoft Office PowerPoint</Application>
  <PresentationFormat>On-screen Show (16:9)</PresentationFormat>
  <Paragraphs>42</Paragraphs>
  <Slides>20</Slides>
  <Notes>0</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20</vt:i4>
      </vt:variant>
    </vt:vector>
  </HeadingPairs>
  <TitlesOfParts>
    <vt:vector size="31" baseType="lpstr">
      <vt:lpstr>Arial</vt:lpstr>
      <vt:lpstr>Fjalla One</vt:lpstr>
      <vt:lpstr>Inter</vt:lpstr>
      <vt:lpstr>OpenSymbol</vt:lpstr>
      <vt:lpstr>Symbol</vt:lpstr>
      <vt:lpstr>Times New Roman</vt:lpstr>
      <vt:lpstr>Wingdings</vt:lpstr>
      <vt:lpstr>Online Newspaper by Slidesgo</vt:lpstr>
      <vt:lpstr>Online Newspaper by Slidesgo</vt:lpstr>
      <vt:lpstr>Online Newspaper by Slidesgo</vt:lpstr>
      <vt:lpstr>Online Newspaper by Slidesgo</vt:lpstr>
      <vt:lpstr>Employee Management System</vt:lpstr>
      <vt:lpstr>PowerPoint Presentation</vt:lpstr>
      <vt:lpstr>Introduction</vt:lpstr>
      <vt:lpstr>Attendance Tracking</vt:lpstr>
      <vt:lpstr>Real-time attendance monitoring</vt:lpstr>
      <vt:lpstr>Absence reporting</vt:lpstr>
      <vt:lpstr>Integration with payroll</vt:lpstr>
      <vt:lpstr>Leave Management</vt:lpstr>
      <vt:lpstr>Leave request process</vt:lpstr>
      <vt:lpstr>Approval workflow</vt:lpstr>
      <vt:lpstr>Leave balance tracking</vt:lpstr>
      <vt:lpstr>Employee Directory</vt:lpstr>
      <vt:lpstr>Profile management</vt:lpstr>
      <vt:lpstr>Departmental organization</vt:lpstr>
      <vt:lpstr>Contact information access</vt:lpstr>
      <vt:lpstr>Salary Management</vt:lpstr>
      <vt:lpstr>Salary calculation methods</vt:lpstr>
      <vt:lpstr>Payroll processing</vt:lpstr>
      <vt:lpstr>Incentives and bonuses</vt:lpstr>
      <vt:lpstr>Conclusions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Abhishekh Kumar Jha</cp:lastModifiedBy>
  <cp:revision>1</cp:revision>
  <dcterms:modified xsi:type="dcterms:W3CDTF">2025-04-28T19:30:33Z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2025-04-28T18:14:23Z</dcterms:created>
  <dc:creator>Unknown Creator</dc:creator>
  <dc:description/>
  <dc:language>en-US</dc:language>
  <cp:lastModifiedBy>Unknown Creator</cp:lastModifiedBy>
  <dcterms:modified xsi:type="dcterms:W3CDTF">2025-04-28T18:14:23Z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20</vt:r8>
  </property>
</Properties>
</file>